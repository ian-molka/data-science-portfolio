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4" r:id="rId1"/>
  </p:sldMasterIdLst>
  <p:sldIdLst>
    <p:sldId id="256" r:id="rId2"/>
    <p:sldId id="263" r:id="rId3"/>
    <p:sldId id="258" r:id="rId4"/>
    <p:sldId id="264" r:id="rId5"/>
    <p:sldId id="257" r:id="rId6"/>
    <p:sldId id="260" r:id="rId7"/>
    <p:sldId id="265" r:id="rId8"/>
    <p:sldId id="266" r:id="rId9"/>
    <p:sldId id="267" r:id="rId10"/>
    <p:sldId id="268" r:id="rId11"/>
    <p:sldId id="269" r:id="rId12"/>
    <p:sldId id="270" r:id="rId13"/>
    <p:sldId id="271" r:id="rId14"/>
    <p:sldId id="282" r:id="rId15"/>
    <p:sldId id="273" r:id="rId16"/>
    <p:sldId id="274" r:id="rId17"/>
    <p:sldId id="275" r:id="rId18"/>
    <p:sldId id="276" r:id="rId19"/>
    <p:sldId id="278" r:id="rId20"/>
    <p:sldId id="277" r:id="rId21"/>
    <p:sldId id="279" r:id="rId22"/>
    <p:sldId id="280" r:id="rId23"/>
    <p:sldId id="281" r:id="rId24"/>
    <p:sldId id="283" r:id="rId25"/>
    <p:sldId id="272"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53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CC38AF-C95A-4117-92A9-CA6BE9C6DCE4}" v="83" dt="2025-08-07T17:04:34.449"/>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18" autoAdjust="0"/>
    <p:restoredTop sz="94660"/>
  </p:normalViewPr>
  <p:slideViewPr>
    <p:cSldViewPr snapToGrid="0">
      <p:cViewPr varScale="1">
        <p:scale>
          <a:sx n="150" d="100"/>
          <a:sy n="150" d="100"/>
        </p:scale>
        <p:origin x="642" y="114"/>
      </p:cViewPr>
      <p:guideLst>
        <p:guide orient="horz" pos="2160"/>
        <p:guide pos="53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n Molka" userId="9564e5e9fe772938" providerId="LiveId" clId="{1FCC38AF-C95A-4117-92A9-CA6BE9C6DCE4}"/>
    <pc:docChg chg="undo custSel addSld delSld modSld sldOrd">
      <pc:chgData name="Ian Molka" userId="9564e5e9fe772938" providerId="LiveId" clId="{1FCC38AF-C95A-4117-92A9-CA6BE9C6DCE4}" dt="2025-08-07T17:50:40.619" v="4838" actId="13926"/>
      <pc:docMkLst>
        <pc:docMk/>
      </pc:docMkLst>
      <pc:sldChg chg="modSp mod">
        <pc:chgData name="Ian Molka" userId="9564e5e9fe772938" providerId="LiveId" clId="{1FCC38AF-C95A-4117-92A9-CA6BE9C6DCE4}" dt="2025-07-16T14:36:29.028" v="1219" actId="20577"/>
        <pc:sldMkLst>
          <pc:docMk/>
          <pc:sldMk cId="1074527218" sldId="256"/>
        </pc:sldMkLst>
        <pc:spChg chg="mod">
          <ac:chgData name="Ian Molka" userId="9564e5e9fe772938" providerId="LiveId" clId="{1FCC38AF-C95A-4117-92A9-CA6BE9C6DCE4}" dt="2025-07-16T14:36:29.028" v="1219" actId="20577"/>
          <ac:spMkLst>
            <pc:docMk/>
            <pc:sldMk cId="1074527218" sldId="256"/>
            <ac:spMk id="2" creationId="{1931D358-71F7-95A7-DB78-E0C29850850B}"/>
          </ac:spMkLst>
        </pc:spChg>
      </pc:sldChg>
      <pc:sldChg chg="addSp delSp modSp mod">
        <pc:chgData name="Ian Molka" userId="9564e5e9fe772938" providerId="LiveId" clId="{1FCC38AF-C95A-4117-92A9-CA6BE9C6DCE4}" dt="2025-07-17T13:46:22.618" v="2432" actId="478"/>
        <pc:sldMkLst>
          <pc:docMk/>
          <pc:sldMk cId="2693492198" sldId="257"/>
        </pc:sldMkLst>
        <pc:spChg chg="mod">
          <ac:chgData name="Ian Molka" userId="9564e5e9fe772938" providerId="LiveId" clId="{1FCC38AF-C95A-4117-92A9-CA6BE9C6DCE4}" dt="2025-07-16T14:41:07.731" v="1286" actId="27636"/>
          <ac:spMkLst>
            <pc:docMk/>
            <pc:sldMk cId="2693492198" sldId="257"/>
            <ac:spMk id="2" creationId="{C3989253-FE87-24AB-7A9B-B27EFCD0AEFA}"/>
          </ac:spMkLst>
        </pc:spChg>
        <pc:spChg chg="mod">
          <ac:chgData name="Ian Molka" userId="9564e5e9fe772938" providerId="LiveId" clId="{1FCC38AF-C95A-4117-92A9-CA6BE9C6DCE4}" dt="2025-07-16T14:41:09.514" v="1287" actId="1076"/>
          <ac:spMkLst>
            <pc:docMk/>
            <pc:sldMk cId="2693492198" sldId="257"/>
            <ac:spMk id="8" creationId="{BF56B441-3318-3A4A-5ED2-B99F4996EBDE}"/>
          </ac:spMkLst>
        </pc:spChg>
        <pc:spChg chg="add mod">
          <ac:chgData name="Ian Molka" userId="9564e5e9fe772938" providerId="LiveId" clId="{1FCC38AF-C95A-4117-92A9-CA6BE9C6DCE4}" dt="2025-07-15T17:25:53.235" v="587"/>
          <ac:spMkLst>
            <pc:docMk/>
            <pc:sldMk cId="2693492198" sldId="257"/>
            <ac:spMk id="9" creationId="{08C90CCA-84C9-7C1C-7D9D-52C27BFC36FA}"/>
          </ac:spMkLst>
        </pc:spChg>
        <pc:graphicFrameChg chg="add mod modGraphic">
          <ac:chgData name="Ian Molka" userId="9564e5e9fe772938" providerId="LiveId" clId="{1FCC38AF-C95A-4117-92A9-CA6BE9C6DCE4}" dt="2025-07-16T14:45:50.958" v="1357" actId="14734"/>
          <ac:graphicFrameMkLst>
            <pc:docMk/>
            <pc:sldMk cId="2693492198" sldId="257"/>
            <ac:graphicFrameMk id="10" creationId="{91022743-E365-7E6B-57EC-DBA7C3E73AA1}"/>
          </ac:graphicFrameMkLst>
        </pc:graphicFrameChg>
      </pc:sldChg>
      <pc:sldChg chg="addSp modSp mod">
        <pc:chgData name="Ian Molka" userId="9564e5e9fe772938" providerId="LiveId" clId="{1FCC38AF-C95A-4117-92A9-CA6BE9C6DCE4}" dt="2025-07-30T14:19:46.259" v="3606" actId="13926"/>
        <pc:sldMkLst>
          <pc:docMk/>
          <pc:sldMk cId="2981044178" sldId="258"/>
        </pc:sldMkLst>
        <pc:spChg chg="mod">
          <ac:chgData name="Ian Molka" userId="9564e5e9fe772938" providerId="LiveId" clId="{1FCC38AF-C95A-4117-92A9-CA6BE9C6DCE4}" dt="2025-07-15T17:21:55.270" v="62" actId="20577"/>
          <ac:spMkLst>
            <pc:docMk/>
            <pc:sldMk cId="2981044178" sldId="258"/>
            <ac:spMk id="2" creationId="{AB4E4733-3479-3CB8-C8DC-233284CCF2F3}"/>
          </ac:spMkLst>
        </pc:spChg>
        <pc:spChg chg="mod">
          <ac:chgData name="Ian Molka" userId="9564e5e9fe772938" providerId="LiveId" clId="{1FCC38AF-C95A-4117-92A9-CA6BE9C6DCE4}" dt="2025-07-30T14:19:46.259" v="3606" actId="13926"/>
          <ac:spMkLst>
            <pc:docMk/>
            <pc:sldMk cId="2981044178" sldId="258"/>
            <ac:spMk id="3" creationId="{723588FB-837A-7CC4-6277-764EB933823E}"/>
          </ac:spMkLst>
        </pc:spChg>
        <pc:picChg chg="add mod">
          <ac:chgData name="Ian Molka" userId="9564e5e9fe772938" providerId="LiveId" clId="{1FCC38AF-C95A-4117-92A9-CA6BE9C6DCE4}" dt="2025-07-17T17:32:39.376" v="2471" actId="1038"/>
          <ac:picMkLst>
            <pc:docMk/>
            <pc:sldMk cId="2981044178" sldId="258"/>
            <ac:picMk id="7" creationId="{6AB5507F-7160-E7CF-994C-540E95683516}"/>
          </ac:picMkLst>
        </pc:picChg>
      </pc:sldChg>
      <pc:sldChg chg="addSp delSp modSp mod">
        <pc:chgData name="Ian Molka" userId="9564e5e9fe772938" providerId="LiveId" clId="{1FCC38AF-C95A-4117-92A9-CA6BE9C6DCE4}" dt="2025-07-22T14:32:00.398" v="2942" actId="6549"/>
        <pc:sldMkLst>
          <pc:docMk/>
          <pc:sldMk cId="1311358166" sldId="260"/>
        </pc:sldMkLst>
        <pc:spChg chg="mod">
          <ac:chgData name="Ian Molka" userId="9564e5e9fe772938" providerId="LiveId" clId="{1FCC38AF-C95A-4117-92A9-CA6BE9C6DCE4}" dt="2025-07-15T20:19:43.332" v="1144" actId="1076"/>
          <ac:spMkLst>
            <pc:docMk/>
            <pc:sldMk cId="1311358166" sldId="260"/>
            <ac:spMk id="2" creationId="{346F1D86-7266-F945-210A-FC25A39953FD}"/>
          </ac:spMkLst>
        </pc:spChg>
        <pc:graphicFrameChg chg="add del mod modGraphic">
          <ac:chgData name="Ian Molka" userId="9564e5e9fe772938" providerId="LiveId" clId="{1FCC38AF-C95A-4117-92A9-CA6BE9C6DCE4}" dt="2025-07-22T14:32:00.398" v="2942" actId="6549"/>
          <ac:graphicFrameMkLst>
            <pc:docMk/>
            <pc:sldMk cId="1311358166" sldId="260"/>
            <ac:graphicFrameMk id="10" creationId="{E00D42B7-5600-DAC3-C268-898B0A9CA1CE}"/>
          </ac:graphicFrameMkLst>
        </pc:graphicFrameChg>
      </pc:sldChg>
      <pc:sldChg chg="del">
        <pc:chgData name="Ian Molka" userId="9564e5e9fe772938" providerId="LiveId" clId="{1FCC38AF-C95A-4117-92A9-CA6BE9C6DCE4}" dt="2025-07-15T20:07:56.888" v="1133" actId="2696"/>
        <pc:sldMkLst>
          <pc:docMk/>
          <pc:sldMk cId="3787036378" sldId="261"/>
        </pc:sldMkLst>
      </pc:sldChg>
      <pc:sldChg chg="del">
        <pc:chgData name="Ian Molka" userId="9564e5e9fe772938" providerId="LiveId" clId="{1FCC38AF-C95A-4117-92A9-CA6BE9C6DCE4}" dt="2025-07-15T20:07:59.482" v="1134" actId="2696"/>
        <pc:sldMkLst>
          <pc:docMk/>
          <pc:sldMk cId="857670233" sldId="262"/>
        </pc:sldMkLst>
      </pc:sldChg>
      <pc:sldChg chg="modSp mod">
        <pc:chgData name="Ian Molka" userId="9564e5e9fe772938" providerId="LiveId" clId="{1FCC38AF-C95A-4117-92A9-CA6BE9C6DCE4}" dt="2025-07-30T14:16:07.286" v="3584" actId="20577"/>
        <pc:sldMkLst>
          <pc:docMk/>
          <pc:sldMk cId="2446625208" sldId="263"/>
        </pc:sldMkLst>
        <pc:spChg chg="mod">
          <ac:chgData name="Ian Molka" userId="9564e5e9fe772938" providerId="LiveId" clId="{1FCC38AF-C95A-4117-92A9-CA6BE9C6DCE4}" dt="2025-07-30T14:16:07.286" v="3584" actId="20577"/>
          <ac:spMkLst>
            <pc:docMk/>
            <pc:sldMk cId="2446625208" sldId="263"/>
            <ac:spMk id="3" creationId="{D17F1DF7-BB60-9BE2-4386-A3FE7A1CA16A}"/>
          </ac:spMkLst>
        </pc:spChg>
      </pc:sldChg>
      <pc:sldChg chg="addSp delSp modSp new mod ord modClrScheme chgLayout">
        <pc:chgData name="Ian Molka" userId="9564e5e9fe772938" providerId="LiveId" clId="{1FCC38AF-C95A-4117-92A9-CA6BE9C6DCE4}" dt="2025-07-16T19:59:20.386" v="2397" actId="26606"/>
        <pc:sldMkLst>
          <pc:docMk/>
          <pc:sldMk cId="928717892" sldId="264"/>
        </pc:sldMkLst>
        <pc:spChg chg="mod">
          <ac:chgData name="Ian Molka" userId="9564e5e9fe772938" providerId="LiveId" clId="{1FCC38AF-C95A-4117-92A9-CA6BE9C6DCE4}" dt="2025-07-16T19:59:20.386" v="2397" actId="26606"/>
          <ac:spMkLst>
            <pc:docMk/>
            <pc:sldMk cId="928717892" sldId="264"/>
            <ac:spMk id="2" creationId="{2274EF41-96F2-CBE7-616E-ADFACFD98EA0}"/>
          </ac:spMkLst>
        </pc:spChg>
        <pc:spChg chg="mod ord">
          <ac:chgData name="Ian Molka" userId="9564e5e9fe772938" providerId="LiveId" clId="{1FCC38AF-C95A-4117-92A9-CA6BE9C6DCE4}" dt="2025-07-16T19:59:20.386" v="2397" actId="26606"/>
          <ac:spMkLst>
            <pc:docMk/>
            <pc:sldMk cId="928717892" sldId="264"/>
            <ac:spMk id="5" creationId="{B93D6B26-6F9D-D227-4B34-30AE733559EF}"/>
          </ac:spMkLst>
        </pc:spChg>
        <pc:spChg chg="add mod">
          <ac:chgData name="Ian Molka" userId="9564e5e9fe772938" providerId="LiveId" clId="{1FCC38AF-C95A-4117-92A9-CA6BE9C6DCE4}" dt="2025-07-16T19:59:20.386" v="2397" actId="26606"/>
          <ac:spMkLst>
            <pc:docMk/>
            <pc:sldMk cId="928717892" sldId="264"/>
            <ac:spMk id="7" creationId="{C76AB4A9-A3BA-C567-36DB-53E21506D694}"/>
          </ac:spMkLst>
        </pc:spChg>
        <pc:spChg chg="add mod">
          <ac:chgData name="Ian Molka" userId="9564e5e9fe772938" providerId="LiveId" clId="{1FCC38AF-C95A-4117-92A9-CA6BE9C6DCE4}" dt="2025-07-16T19:59:20.386" v="2397" actId="26606"/>
          <ac:spMkLst>
            <pc:docMk/>
            <pc:sldMk cId="928717892" sldId="264"/>
            <ac:spMk id="12" creationId="{97DF6969-2439-3063-1C8F-6C0A2FDC248A}"/>
          </ac:spMkLst>
        </pc:spChg>
        <pc:graphicFrameChg chg="add mod ord modGraphic">
          <ac:chgData name="Ian Molka" userId="9564e5e9fe772938" providerId="LiveId" clId="{1FCC38AF-C95A-4117-92A9-CA6BE9C6DCE4}" dt="2025-07-16T19:59:20.386" v="2397" actId="26606"/>
          <ac:graphicFrameMkLst>
            <pc:docMk/>
            <pc:sldMk cId="928717892" sldId="264"/>
            <ac:graphicFrameMk id="6" creationId="{98C6D7F9-4443-2226-EA2F-19ECC57C91D3}"/>
          </ac:graphicFrameMkLst>
        </pc:graphicFrameChg>
      </pc:sldChg>
      <pc:sldChg chg="del">
        <pc:chgData name="Ian Molka" userId="9564e5e9fe772938" providerId="LiveId" clId="{1FCC38AF-C95A-4117-92A9-CA6BE9C6DCE4}" dt="2025-07-15T20:08:01.993" v="1135" actId="2696"/>
        <pc:sldMkLst>
          <pc:docMk/>
          <pc:sldMk cId="3135689687" sldId="264"/>
        </pc:sldMkLst>
      </pc:sldChg>
      <pc:sldChg chg="del">
        <pc:chgData name="Ian Molka" userId="9564e5e9fe772938" providerId="LiveId" clId="{1FCC38AF-C95A-4117-92A9-CA6BE9C6DCE4}" dt="2025-07-15T20:08:03.439" v="1136" actId="2696"/>
        <pc:sldMkLst>
          <pc:docMk/>
          <pc:sldMk cId="2013243326" sldId="265"/>
        </pc:sldMkLst>
      </pc:sldChg>
      <pc:sldChg chg="addSp delSp modSp new mod">
        <pc:chgData name="Ian Molka" userId="9564e5e9fe772938" providerId="LiveId" clId="{1FCC38AF-C95A-4117-92A9-CA6BE9C6DCE4}" dt="2025-07-17T16:53:05.073" v="2441" actId="1076"/>
        <pc:sldMkLst>
          <pc:docMk/>
          <pc:sldMk cId="3481703857" sldId="265"/>
        </pc:sldMkLst>
        <pc:spChg chg="mod">
          <ac:chgData name="Ian Molka" userId="9564e5e9fe772938" providerId="LiveId" clId="{1FCC38AF-C95A-4117-92A9-CA6BE9C6DCE4}" dt="2025-07-16T19:08:56.466" v="1520" actId="20577"/>
          <ac:spMkLst>
            <pc:docMk/>
            <pc:sldMk cId="3481703857" sldId="265"/>
            <ac:spMk id="2" creationId="{5BFBC726-3A9A-6C2C-25D4-41F92DBDF3C3}"/>
          </ac:spMkLst>
        </pc:spChg>
        <pc:spChg chg="add mod">
          <ac:chgData name="Ian Molka" userId="9564e5e9fe772938" providerId="LiveId" clId="{1FCC38AF-C95A-4117-92A9-CA6BE9C6DCE4}" dt="2025-07-17T16:53:05.073" v="2441" actId="1076"/>
          <ac:spMkLst>
            <pc:docMk/>
            <pc:sldMk cId="3481703857" sldId="265"/>
            <ac:spMk id="11" creationId="{943EA41C-8EBC-A830-CF2F-BDE26AE19D06}"/>
          </ac:spMkLst>
        </pc:spChg>
        <pc:picChg chg="add mod ord">
          <ac:chgData name="Ian Molka" userId="9564e5e9fe772938" providerId="LiveId" clId="{1FCC38AF-C95A-4117-92A9-CA6BE9C6DCE4}" dt="2025-07-16T19:25:58.243" v="2063" actId="1076"/>
          <ac:picMkLst>
            <pc:docMk/>
            <pc:sldMk cId="3481703857" sldId="265"/>
            <ac:picMk id="7" creationId="{39B77644-431C-5530-9B86-8D98FCC463B1}"/>
          </ac:picMkLst>
        </pc:picChg>
        <pc:picChg chg="add mod">
          <ac:chgData name="Ian Molka" userId="9564e5e9fe772938" providerId="LiveId" clId="{1FCC38AF-C95A-4117-92A9-CA6BE9C6DCE4}" dt="2025-07-16T19:25:56.921" v="2062" actId="1076"/>
          <ac:picMkLst>
            <pc:docMk/>
            <pc:sldMk cId="3481703857" sldId="265"/>
            <ac:picMk id="10" creationId="{A0C9BDAB-DED5-1323-2516-C560B3B535FA}"/>
          </ac:picMkLst>
        </pc:picChg>
      </pc:sldChg>
      <pc:sldChg chg="del">
        <pc:chgData name="Ian Molka" userId="9564e5e9fe772938" providerId="LiveId" clId="{1FCC38AF-C95A-4117-92A9-CA6BE9C6DCE4}" dt="2025-07-15T20:08:04.764" v="1137" actId="2696"/>
        <pc:sldMkLst>
          <pc:docMk/>
          <pc:sldMk cId="2077144674" sldId="266"/>
        </pc:sldMkLst>
      </pc:sldChg>
      <pc:sldChg chg="addSp delSp modSp new mod">
        <pc:chgData name="Ian Molka" userId="9564e5e9fe772938" providerId="LiveId" clId="{1FCC38AF-C95A-4117-92A9-CA6BE9C6DCE4}" dt="2025-07-17T16:54:21.314" v="2459" actId="20577"/>
        <pc:sldMkLst>
          <pc:docMk/>
          <pc:sldMk cId="3307362678" sldId="266"/>
        </pc:sldMkLst>
        <pc:spChg chg="mod">
          <ac:chgData name="Ian Molka" userId="9564e5e9fe772938" providerId="LiveId" clId="{1FCC38AF-C95A-4117-92A9-CA6BE9C6DCE4}" dt="2025-07-16T19:15:41.316" v="1985" actId="14100"/>
          <ac:spMkLst>
            <pc:docMk/>
            <pc:sldMk cId="3307362678" sldId="266"/>
            <ac:spMk id="2" creationId="{37042F24-A6AA-82C1-27F6-2A2E86B63566}"/>
          </ac:spMkLst>
        </pc:spChg>
        <pc:spChg chg="mod">
          <ac:chgData name="Ian Molka" userId="9564e5e9fe772938" providerId="LiveId" clId="{1FCC38AF-C95A-4117-92A9-CA6BE9C6DCE4}" dt="2025-07-17T16:54:21.314" v="2459" actId="20577"/>
          <ac:spMkLst>
            <pc:docMk/>
            <pc:sldMk cId="3307362678" sldId="266"/>
            <ac:spMk id="3" creationId="{E207F165-65C1-AD08-DEF9-63F7CC98BF13}"/>
          </ac:spMkLst>
        </pc:spChg>
        <pc:spChg chg="add mod">
          <ac:chgData name="Ian Molka" userId="9564e5e9fe772938" providerId="LiveId" clId="{1FCC38AF-C95A-4117-92A9-CA6BE9C6DCE4}" dt="2025-07-16T19:16:30.225" v="2055" actId="1076"/>
          <ac:spMkLst>
            <pc:docMk/>
            <pc:sldMk cId="3307362678" sldId="266"/>
            <ac:spMk id="14" creationId="{C504110D-43D7-FACB-F51D-51FEB35DF918}"/>
          </ac:spMkLst>
        </pc:spChg>
        <pc:picChg chg="add mod">
          <ac:chgData name="Ian Molka" userId="9564e5e9fe772938" providerId="LiveId" clId="{1FCC38AF-C95A-4117-92A9-CA6BE9C6DCE4}" dt="2025-07-17T15:44:23.584" v="2439" actId="1076"/>
          <ac:picMkLst>
            <pc:docMk/>
            <pc:sldMk cId="3307362678" sldId="266"/>
            <ac:picMk id="9" creationId="{BB755AA1-B233-FDB1-C1E6-9587CE4CE1E1}"/>
          </ac:picMkLst>
        </pc:picChg>
        <pc:picChg chg="add mod">
          <ac:chgData name="Ian Molka" userId="9564e5e9fe772938" providerId="LiveId" clId="{1FCC38AF-C95A-4117-92A9-CA6BE9C6DCE4}" dt="2025-07-17T13:48:03.329" v="2435" actId="14100"/>
          <ac:picMkLst>
            <pc:docMk/>
            <pc:sldMk cId="3307362678" sldId="266"/>
            <ac:picMk id="13" creationId="{BC9ED793-AD35-FFB5-7B01-D4C5093D764A}"/>
          </ac:picMkLst>
        </pc:picChg>
      </pc:sldChg>
      <pc:sldChg chg="addSp delSp modSp new mod">
        <pc:chgData name="Ian Molka" userId="9564e5e9fe772938" providerId="LiveId" clId="{1FCC38AF-C95A-4117-92A9-CA6BE9C6DCE4}" dt="2025-07-17T18:17:45.041" v="2517" actId="1076"/>
        <pc:sldMkLst>
          <pc:docMk/>
          <pc:sldMk cId="3250907933" sldId="267"/>
        </pc:sldMkLst>
        <pc:spChg chg="mod">
          <ac:chgData name="Ian Molka" userId="9564e5e9fe772938" providerId="LiveId" clId="{1FCC38AF-C95A-4117-92A9-CA6BE9C6DCE4}" dt="2025-07-16T19:30:04.700" v="2164" actId="20577"/>
          <ac:spMkLst>
            <pc:docMk/>
            <pc:sldMk cId="3250907933" sldId="267"/>
            <ac:spMk id="2" creationId="{816A7942-F7FC-0632-B391-DD85A5ACDA37}"/>
          </ac:spMkLst>
        </pc:spChg>
        <pc:spChg chg="add mod">
          <ac:chgData name="Ian Molka" userId="9564e5e9fe772938" providerId="LiveId" clId="{1FCC38AF-C95A-4117-92A9-CA6BE9C6DCE4}" dt="2025-07-17T18:17:45.041" v="2517" actId="1076"/>
          <ac:spMkLst>
            <pc:docMk/>
            <pc:sldMk cId="3250907933" sldId="267"/>
            <ac:spMk id="8" creationId="{14ADBDD9-7A95-72CE-F3D2-9BBAB4BFA026}"/>
          </ac:spMkLst>
        </pc:spChg>
        <pc:picChg chg="add mod ord">
          <ac:chgData name="Ian Molka" userId="9564e5e9fe772938" providerId="LiveId" clId="{1FCC38AF-C95A-4117-92A9-CA6BE9C6DCE4}" dt="2025-07-16T19:31:14.215" v="2396" actId="1076"/>
          <ac:picMkLst>
            <pc:docMk/>
            <pc:sldMk cId="3250907933" sldId="267"/>
            <ac:picMk id="7" creationId="{C4E060B0-51D1-7BD9-6168-8EF607720A27}"/>
          </ac:picMkLst>
        </pc:picChg>
      </pc:sldChg>
      <pc:sldChg chg="addSp modSp new mod ord">
        <pc:chgData name="Ian Molka" userId="9564e5e9fe772938" providerId="LiveId" clId="{1FCC38AF-C95A-4117-92A9-CA6BE9C6DCE4}" dt="2025-07-24T16:29:25.101" v="3271" actId="1076"/>
        <pc:sldMkLst>
          <pc:docMk/>
          <pc:sldMk cId="1092965272" sldId="268"/>
        </pc:sldMkLst>
        <pc:spChg chg="mod">
          <ac:chgData name="Ian Molka" userId="9564e5e9fe772938" providerId="LiveId" clId="{1FCC38AF-C95A-4117-92A9-CA6BE9C6DCE4}" dt="2025-07-24T16:28:08.510" v="3268" actId="20577"/>
          <ac:spMkLst>
            <pc:docMk/>
            <pc:sldMk cId="1092965272" sldId="268"/>
            <ac:spMk id="2" creationId="{D04D8C1A-FE88-63E7-9DB0-98EB746C3FE1}"/>
          </ac:spMkLst>
        </pc:spChg>
        <pc:spChg chg="mod">
          <ac:chgData name="Ian Molka" userId="9564e5e9fe772938" providerId="LiveId" clId="{1FCC38AF-C95A-4117-92A9-CA6BE9C6DCE4}" dt="2025-07-22T16:54:00.796" v="3240" actId="313"/>
          <ac:spMkLst>
            <pc:docMk/>
            <pc:sldMk cId="1092965272" sldId="268"/>
            <ac:spMk id="3" creationId="{308918C3-C952-8D58-0E6B-CCB7F72FAE2F}"/>
          </ac:spMkLst>
        </pc:spChg>
        <pc:picChg chg="add mod">
          <ac:chgData name="Ian Molka" userId="9564e5e9fe772938" providerId="LiveId" clId="{1FCC38AF-C95A-4117-92A9-CA6BE9C6DCE4}" dt="2025-07-24T16:29:25.101" v="3271" actId="1076"/>
          <ac:picMkLst>
            <pc:docMk/>
            <pc:sldMk cId="1092965272" sldId="268"/>
            <ac:picMk id="7" creationId="{BBDC0E48-95CC-B5F9-59EC-7CFA255018E5}"/>
          </ac:picMkLst>
        </pc:picChg>
      </pc:sldChg>
      <pc:sldChg chg="addSp delSp modSp new mod ord">
        <pc:chgData name="Ian Molka" userId="9564e5e9fe772938" providerId="LiveId" clId="{1FCC38AF-C95A-4117-92A9-CA6BE9C6DCE4}" dt="2025-07-24T17:41:50.759" v="3305"/>
        <pc:sldMkLst>
          <pc:docMk/>
          <pc:sldMk cId="2057458270" sldId="269"/>
        </pc:sldMkLst>
        <pc:spChg chg="mod">
          <ac:chgData name="Ian Molka" userId="9564e5e9fe772938" providerId="LiveId" clId="{1FCC38AF-C95A-4117-92A9-CA6BE9C6DCE4}" dt="2025-07-22T13:43:36.378" v="2867" actId="27636"/>
          <ac:spMkLst>
            <pc:docMk/>
            <pc:sldMk cId="2057458270" sldId="269"/>
            <ac:spMk id="2" creationId="{99815104-E158-008C-B79E-9B759EEC5859}"/>
          </ac:spMkLst>
        </pc:spChg>
        <pc:graphicFrameChg chg="add mod modGraphic">
          <ac:chgData name="Ian Molka" userId="9564e5e9fe772938" providerId="LiveId" clId="{1FCC38AF-C95A-4117-92A9-CA6BE9C6DCE4}" dt="2025-07-22T14:34:04.077" v="3017" actId="14734"/>
          <ac:graphicFrameMkLst>
            <pc:docMk/>
            <pc:sldMk cId="2057458270" sldId="269"/>
            <ac:graphicFrameMk id="9" creationId="{5B23BF27-B815-2840-B544-1F20E2774ACD}"/>
          </ac:graphicFrameMkLst>
        </pc:graphicFrameChg>
      </pc:sldChg>
      <pc:sldChg chg="addSp delSp modSp new mod">
        <pc:chgData name="Ian Molka" userId="9564e5e9fe772938" providerId="LiveId" clId="{1FCC38AF-C95A-4117-92A9-CA6BE9C6DCE4}" dt="2025-07-24T17:43:23.443" v="3310" actId="20577"/>
        <pc:sldMkLst>
          <pc:docMk/>
          <pc:sldMk cId="457158814" sldId="270"/>
        </pc:sldMkLst>
        <pc:spChg chg="mod">
          <ac:chgData name="Ian Molka" userId="9564e5e9fe772938" providerId="LiveId" clId="{1FCC38AF-C95A-4117-92A9-CA6BE9C6DCE4}" dt="2025-07-24T16:32:39.476" v="3303" actId="20577"/>
          <ac:spMkLst>
            <pc:docMk/>
            <pc:sldMk cId="457158814" sldId="270"/>
            <ac:spMk id="2" creationId="{95C95C1E-8E3C-150A-7683-D244C50FB9E4}"/>
          </ac:spMkLst>
        </pc:spChg>
        <pc:graphicFrameChg chg="add mod modGraphic">
          <ac:chgData name="Ian Molka" userId="9564e5e9fe772938" providerId="LiveId" clId="{1FCC38AF-C95A-4117-92A9-CA6BE9C6DCE4}" dt="2025-07-24T17:43:23.443" v="3310" actId="20577"/>
          <ac:graphicFrameMkLst>
            <pc:docMk/>
            <pc:sldMk cId="457158814" sldId="270"/>
            <ac:graphicFrameMk id="6" creationId="{45B79E4B-AC23-C18A-CFDE-FBDB3618461A}"/>
          </ac:graphicFrameMkLst>
        </pc:graphicFrameChg>
      </pc:sldChg>
      <pc:sldChg chg="addSp delSp modSp new mod">
        <pc:chgData name="Ian Molka" userId="9564e5e9fe772938" providerId="LiveId" clId="{1FCC38AF-C95A-4117-92A9-CA6BE9C6DCE4}" dt="2025-08-06T14:37:18.186" v="3995" actId="1076"/>
        <pc:sldMkLst>
          <pc:docMk/>
          <pc:sldMk cId="3073024277" sldId="271"/>
        </pc:sldMkLst>
        <pc:spChg chg="mod">
          <ac:chgData name="Ian Molka" userId="9564e5e9fe772938" providerId="LiveId" clId="{1FCC38AF-C95A-4117-92A9-CA6BE9C6DCE4}" dt="2025-07-30T14:03:20.127" v="3328" actId="20577"/>
          <ac:spMkLst>
            <pc:docMk/>
            <pc:sldMk cId="3073024277" sldId="271"/>
            <ac:spMk id="2" creationId="{07291275-2ECC-AEFF-E91F-E788772E9D0E}"/>
          </ac:spMkLst>
        </pc:spChg>
        <pc:spChg chg="mod">
          <ac:chgData name="Ian Molka" userId="9564e5e9fe772938" providerId="LiveId" clId="{1FCC38AF-C95A-4117-92A9-CA6BE9C6DCE4}" dt="2025-07-30T15:43:01.959" v="3624" actId="14100"/>
          <ac:spMkLst>
            <pc:docMk/>
            <pc:sldMk cId="3073024277" sldId="271"/>
            <ac:spMk id="3" creationId="{799159C2-5086-4307-2D23-883FE0A3F584}"/>
          </ac:spMkLst>
        </pc:spChg>
        <pc:picChg chg="add del mod">
          <ac:chgData name="Ian Molka" userId="9564e5e9fe772938" providerId="LiveId" clId="{1FCC38AF-C95A-4117-92A9-CA6BE9C6DCE4}" dt="2025-08-06T14:37:04.929" v="3991" actId="478"/>
          <ac:picMkLst>
            <pc:docMk/>
            <pc:sldMk cId="3073024277" sldId="271"/>
            <ac:picMk id="7" creationId="{7600B490-E6B4-C4A5-06B8-BCFF6583BFB7}"/>
          </ac:picMkLst>
        </pc:picChg>
        <pc:picChg chg="add mod">
          <ac:chgData name="Ian Molka" userId="9564e5e9fe772938" providerId="LiveId" clId="{1FCC38AF-C95A-4117-92A9-CA6BE9C6DCE4}" dt="2025-08-06T14:37:17.147" v="3994" actId="1076"/>
          <ac:picMkLst>
            <pc:docMk/>
            <pc:sldMk cId="3073024277" sldId="271"/>
            <ac:picMk id="8" creationId="{0A77C67E-7950-5917-9142-D100ECA9F546}"/>
          </ac:picMkLst>
        </pc:picChg>
        <pc:picChg chg="add mod">
          <ac:chgData name="Ian Molka" userId="9564e5e9fe772938" providerId="LiveId" clId="{1FCC38AF-C95A-4117-92A9-CA6BE9C6DCE4}" dt="2025-08-06T14:37:18.186" v="3995" actId="1076"/>
          <ac:picMkLst>
            <pc:docMk/>
            <pc:sldMk cId="3073024277" sldId="271"/>
            <ac:picMk id="9" creationId="{77E88D7F-E617-78D2-3737-E4AB7A2B8389}"/>
          </ac:picMkLst>
        </pc:picChg>
      </pc:sldChg>
      <pc:sldChg chg="addSp delSp modSp new mod ord">
        <pc:chgData name="Ian Molka" userId="9564e5e9fe772938" providerId="LiveId" clId="{1FCC38AF-C95A-4117-92A9-CA6BE9C6DCE4}" dt="2025-08-07T17:27:09.289" v="4699"/>
        <pc:sldMkLst>
          <pc:docMk/>
          <pc:sldMk cId="2603135963" sldId="272"/>
        </pc:sldMkLst>
        <pc:spChg chg="mod">
          <ac:chgData name="Ian Molka" userId="9564e5e9fe772938" providerId="LiveId" clId="{1FCC38AF-C95A-4117-92A9-CA6BE9C6DCE4}" dt="2025-07-30T14:06:43.431" v="3465" actId="20577"/>
          <ac:spMkLst>
            <pc:docMk/>
            <pc:sldMk cId="2603135963" sldId="272"/>
            <ac:spMk id="3" creationId="{79DD2143-056C-7EB8-4B04-5470372C8A72}"/>
          </ac:spMkLst>
        </pc:spChg>
        <pc:picChg chg="add del mod">
          <ac:chgData name="Ian Molka" userId="9564e5e9fe772938" providerId="LiveId" clId="{1FCC38AF-C95A-4117-92A9-CA6BE9C6DCE4}" dt="2025-08-06T14:36:41.106" v="3988" actId="478"/>
          <ac:picMkLst>
            <pc:docMk/>
            <pc:sldMk cId="2603135963" sldId="272"/>
            <ac:picMk id="7" creationId="{3220D57D-B414-69F1-F4D1-D183602352D3}"/>
          </ac:picMkLst>
        </pc:picChg>
        <pc:picChg chg="add mod">
          <ac:chgData name="Ian Molka" userId="9564e5e9fe772938" providerId="LiveId" clId="{1FCC38AF-C95A-4117-92A9-CA6BE9C6DCE4}" dt="2025-08-06T14:36:59.628" v="3990" actId="1076"/>
          <ac:picMkLst>
            <pc:docMk/>
            <pc:sldMk cId="2603135963" sldId="272"/>
            <ac:picMk id="8" creationId="{D1FEC592-43AF-6EBD-DCA4-62FCFCAD8676}"/>
          </ac:picMkLst>
        </pc:picChg>
      </pc:sldChg>
      <pc:sldChg chg="addSp modSp new mod">
        <pc:chgData name="Ian Molka" userId="9564e5e9fe772938" providerId="LiveId" clId="{1FCC38AF-C95A-4117-92A9-CA6BE9C6DCE4}" dt="2025-08-07T17:50:40.619" v="4838" actId="13926"/>
        <pc:sldMkLst>
          <pc:docMk/>
          <pc:sldMk cId="3554437211" sldId="273"/>
        </pc:sldMkLst>
        <pc:spChg chg="mod">
          <ac:chgData name="Ian Molka" userId="9564e5e9fe772938" providerId="LiveId" clId="{1FCC38AF-C95A-4117-92A9-CA6BE9C6DCE4}" dt="2025-08-01T16:37:40.342" v="3651" actId="20577"/>
          <ac:spMkLst>
            <pc:docMk/>
            <pc:sldMk cId="3554437211" sldId="273"/>
            <ac:spMk id="2" creationId="{0C6573D0-5764-6CC9-E036-0B9B8F798DD6}"/>
          </ac:spMkLst>
        </pc:spChg>
        <pc:spChg chg="mod">
          <ac:chgData name="Ian Molka" userId="9564e5e9fe772938" providerId="LiveId" clId="{1FCC38AF-C95A-4117-92A9-CA6BE9C6DCE4}" dt="2025-08-07T17:50:40.619" v="4838" actId="13926"/>
          <ac:spMkLst>
            <pc:docMk/>
            <pc:sldMk cId="3554437211" sldId="273"/>
            <ac:spMk id="3" creationId="{8D920C44-1E2A-74D2-EDCC-3010D6FEB47D}"/>
          </ac:spMkLst>
        </pc:spChg>
      </pc:sldChg>
      <pc:sldChg chg="addSp new del mod">
        <pc:chgData name="Ian Molka" userId="9564e5e9fe772938" providerId="LiveId" clId="{1FCC38AF-C95A-4117-92A9-CA6BE9C6DCE4}" dt="2025-07-30T14:23:24.545" v="3607" actId="2696"/>
        <pc:sldMkLst>
          <pc:docMk/>
          <pc:sldMk cId="3678269702" sldId="273"/>
        </pc:sldMkLst>
      </pc:sldChg>
      <pc:sldChg chg="addSp new del">
        <pc:chgData name="Ian Molka" userId="9564e5e9fe772938" providerId="LiveId" clId="{1FCC38AF-C95A-4117-92A9-CA6BE9C6DCE4}" dt="2025-08-05T14:26:58.258" v="3699" actId="680"/>
        <pc:sldMkLst>
          <pc:docMk/>
          <pc:sldMk cId="68021226" sldId="274"/>
        </pc:sldMkLst>
      </pc:sldChg>
      <pc:sldChg chg="modSp new mod">
        <pc:chgData name="Ian Molka" userId="9564e5e9fe772938" providerId="LiveId" clId="{1FCC38AF-C95A-4117-92A9-CA6BE9C6DCE4}" dt="2025-08-06T14:42:32.016" v="4124" actId="20577"/>
        <pc:sldMkLst>
          <pc:docMk/>
          <pc:sldMk cId="3933338751" sldId="274"/>
        </pc:sldMkLst>
        <pc:spChg chg="mod">
          <ac:chgData name="Ian Molka" userId="9564e5e9fe772938" providerId="LiveId" clId="{1FCC38AF-C95A-4117-92A9-CA6BE9C6DCE4}" dt="2025-08-06T14:42:15.896" v="4107" actId="20577"/>
          <ac:spMkLst>
            <pc:docMk/>
            <pc:sldMk cId="3933338751" sldId="274"/>
            <ac:spMk id="2" creationId="{CD506BD4-8D76-DF9F-E0FB-8CCDD12B4CFF}"/>
          </ac:spMkLst>
        </pc:spChg>
        <pc:spChg chg="mod">
          <ac:chgData name="Ian Molka" userId="9564e5e9fe772938" providerId="LiveId" clId="{1FCC38AF-C95A-4117-92A9-CA6BE9C6DCE4}" dt="2025-08-06T14:42:32.016" v="4124" actId="20577"/>
          <ac:spMkLst>
            <pc:docMk/>
            <pc:sldMk cId="3933338751" sldId="274"/>
            <ac:spMk id="3" creationId="{D5806824-BC1B-5AC6-8D74-CF5CA371BB55}"/>
          </ac:spMkLst>
        </pc:spChg>
      </pc:sldChg>
      <pc:sldChg chg="delSp modSp new mod">
        <pc:chgData name="Ian Molka" userId="9564e5e9fe772938" providerId="LiveId" clId="{1FCC38AF-C95A-4117-92A9-CA6BE9C6DCE4}" dt="2025-08-07T17:30:33.742" v="4835" actId="6549"/>
        <pc:sldMkLst>
          <pc:docMk/>
          <pc:sldMk cId="870259443" sldId="275"/>
        </pc:sldMkLst>
        <pc:spChg chg="mod">
          <ac:chgData name="Ian Molka" userId="9564e5e9fe772938" providerId="LiveId" clId="{1FCC38AF-C95A-4117-92A9-CA6BE9C6DCE4}" dt="2025-08-07T17:30:33.742" v="4835" actId="6549"/>
          <ac:spMkLst>
            <pc:docMk/>
            <pc:sldMk cId="870259443" sldId="275"/>
            <ac:spMk id="3" creationId="{B04B957A-5C9E-C910-789B-48FE770E1534}"/>
          </ac:spMkLst>
        </pc:spChg>
      </pc:sldChg>
      <pc:sldChg chg="addSp delSp modSp new mod">
        <pc:chgData name="Ian Molka" userId="9564e5e9fe772938" providerId="LiveId" clId="{1FCC38AF-C95A-4117-92A9-CA6BE9C6DCE4}" dt="2025-08-07T17:02:46.754" v="4674" actId="14100"/>
        <pc:sldMkLst>
          <pc:docMk/>
          <pc:sldMk cId="753108032" sldId="276"/>
        </pc:sldMkLst>
        <pc:spChg chg="mod">
          <ac:chgData name="Ian Molka" userId="9564e5e9fe772938" providerId="LiveId" clId="{1FCC38AF-C95A-4117-92A9-CA6BE9C6DCE4}" dt="2025-08-06T20:11:18.763" v="4270" actId="20577"/>
          <ac:spMkLst>
            <pc:docMk/>
            <pc:sldMk cId="753108032" sldId="276"/>
            <ac:spMk id="2" creationId="{B1963112-3F81-8B11-EDD4-F44A88125E99}"/>
          </ac:spMkLst>
        </pc:spChg>
        <pc:spChg chg="add del mod">
          <ac:chgData name="Ian Molka" userId="9564e5e9fe772938" providerId="LiveId" clId="{1FCC38AF-C95A-4117-92A9-CA6BE9C6DCE4}" dt="2025-08-07T17:02:35.833" v="4669"/>
          <ac:spMkLst>
            <pc:docMk/>
            <pc:sldMk cId="753108032" sldId="276"/>
            <ac:spMk id="7" creationId="{334B262B-56CF-53E9-250C-415EADFD12F2}"/>
          </ac:spMkLst>
        </pc:spChg>
        <pc:graphicFrameChg chg="add del mod modGraphic">
          <ac:chgData name="Ian Molka" userId="9564e5e9fe772938" providerId="LiveId" clId="{1FCC38AF-C95A-4117-92A9-CA6BE9C6DCE4}" dt="2025-08-07T17:02:29.572" v="4668" actId="478"/>
          <ac:graphicFrameMkLst>
            <pc:docMk/>
            <pc:sldMk cId="753108032" sldId="276"/>
            <ac:graphicFrameMk id="6" creationId="{6F0C58B2-2EB1-73F4-E0B4-7F9664BE5E79}"/>
          </ac:graphicFrameMkLst>
        </pc:graphicFrameChg>
        <pc:graphicFrameChg chg="add mod modGraphic">
          <ac:chgData name="Ian Molka" userId="9564e5e9fe772938" providerId="LiveId" clId="{1FCC38AF-C95A-4117-92A9-CA6BE9C6DCE4}" dt="2025-08-07T17:02:46.754" v="4674" actId="14100"/>
          <ac:graphicFrameMkLst>
            <pc:docMk/>
            <pc:sldMk cId="753108032" sldId="276"/>
            <ac:graphicFrameMk id="8" creationId="{65EB7540-9C61-D0B6-6F3E-4629ED8DDE9C}"/>
          </ac:graphicFrameMkLst>
        </pc:graphicFrameChg>
      </pc:sldChg>
      <pc:sldChg chg="addSp delSp modSp new mod">
        <pc:chgData name="Ian Molka" userId="9564e5e9fe772938" providerId="LiveId" clId="{1FCC38AF-C95A-4117-92A9-CA6BE9C6DCE4}" dt="2025-08-07T17:04:20.861" v="4688" actId="14100"/>
        <pc:sldMkLst>
          <pc:docMk/>
          <pc:sldMk cId="3467626137" sldId="277"/>
        </pc:sldMkLst>
        <pc:spChg chg="mod">
          <ac:chgData name="Ian Molka" userId="9564e5e9fe772938" providerId="LiveId" clId="{1FCC38AF-C95A-4117-92A9-CA6BE9C6DCE4}" dt="2025-08-07T15:11:10.629" v="4306"/>
          <ac:spMkLst>
            <pc:docMk/>
            <pc:sldMk cId="3467626137" sldId="277"/>
            <ac:spMk id="2" creationId="{CECAF8CE-8930-E408-2289-A8A7D5899E95}"/>
          </ac:spMkLst>
        </pc:spChg>
        <pc:spChg chg="add del mod">
          <ac:chgData name="Ian Molka" userId="9564e5e9fe772938" providerId="LiveId" clId="{1FCC38AF-C95A-4117-92A9-CA6BE9C6DCE4}" dt="2025-08-07T17:04:17.170" v="4686"/>
          <ac:spMkLst>
            <pc:docMk/>
            <pc:sldMk cId="3467626137" sldId="277"/>
            <ac:spMk id="7" creationId="{0189C42A-FDE0-D59D-7113-12CF0F38CD07}"/>
          </ac:spMkLst>
        </pc:spChg>
        <pc:graphicFrameChg chg="add del mod modGraphic">
          <ac:chgData name="Ian Molka" userId="9564e5e9fe772938" providerId="LiveId" clId="{1FCC38AF-C95A-4117-92A9-CA6BE9C6DCE4}" dt="2025-08-07T17:04:16.802" v="4685" actId="478"/>
          <ac:graphicFrameMkLst>
            <pc:docMk/>
            <pc:sldMk cId="3467626137" sldId="277"/>
            <ac:graphicFrameMk id="6" creationId="{CA6E5D5A-ED32-68C0-8C9C-099B33E3320F}"/>
          </ac:graphicFrameMkLst>
        </pc:graphicFrameChg>
        <pc:graphicFrameChg chg="add mod modGraphic">
          <ac:chgData name="Ian Molka" userId="9564e5e9fe772938" providerId="LiveId" clId="{1FCC38AF-C95A-4117-92A9-CA6BE9C6DCE4}" dt="2025-08-07T17:04:20.861" v="4688" actId="14100"/>
          <ac:graphicFrameMkLst>
            <pc:docMk/>
            <pc:sldMk cId="3467626137" sldId="277"/>
            <ac:graphicFrameMk id="8" creationId="{9F562647-2088-1510-AB0D-E175AF4D4473}"/>
          </ac:graphicFrameMkLst>
        </pc:graphicFrameChg>
      </pc:sldChg>
      <pc:sldChg chg="addSp delSp modSp new mod ord">
        <pc:chgData name="Ian Molka" userId="9564e5e9fe772938" providerId="LiveId" clId="{1FCC38AF-C95A-4117-92A9-CA6BE9C6DCE4}" dt="2025-08-07T17:04:10.212" v="4684" actId="14100"/>
        <pc:sldMkLst>
          <pc:docMk/>
          <pc:sldMk cId="1783863472" sldId="278"/>
        </pc:sldMkLst>
        <pc:spChg chg="mod">
          <ac:chgData name="Ian Molka" userId="9564e5e9fe772938" providerId="LiveId" clId="{1FCC38AF-C95A-4117-92A9-CA6BE9C6DCE4}" dt="2025-08-07T15:10:57.885" v="4302" actId="20577"/>
          <ac:spMkLst>
            <pc:docMk/>
            <pc:sldMk cId="1783863472" sldId="278"/>
            <ac:spMk id="2" creationId="{DF9EB6C2-DC25-CD62-6157-8C2812FDD13C}"/>
          </ac:spMkLst>
        </pc:spChg>
        <pc:spChg chg="add del mod">
          <ac:chgData name="Ian Molka" userId="9564e5e9fe772938" providerId="LiveId" clId="{1FCC38AF-C95A-4117-92A9-CA6BE9C6DCE4}" dt="2025-08-07T17:04:06.961" v="4682"/>
          <ac:spMkLst>
            <pc:docMk/>
            <pc:sldMk cId="1783863472" sldId="278"/>
            <ac:spMk id="7" creationId="{C30AA931-8B94-9DDC-E6C1-70E5615197B1}"/>
          </ac:spMkLst>
        </pc:spChg>
        <pc:graphicFrameChg chg="add del mod modGraphic">
          <ac:chgData name="Ian Molka" userId="9564e5e9fe772938" providerId="LiveId" clId="{1FCC38AF-C95A-4117-92A9-CA6BE9C6DCE4}" dt="2025-08-07T17:04:06.554" v="4681" actId="478"/>
          <ac:graphicFrameMkLst>
            <pc:docMk/>
            <pc:sldMk cId="1783863472" sldId="278"/>
            <ac:graphicFrameMk id="6" creationId="{42340CFB-2829-3C7A-8420-3C40B9AAD99B}"/>
          </ac:graphicFrameMkLst>
        </pc:graphicFrameChg>
        <pc:graphicFrameChg chg="add mod modGraphic">
          <ac:chgData name="Ian Molka" userId="9564e5e9fe772938" providerId="LiveId" clId="{1FCC38AF-C95A-4117-92A9-CA6BE9C6DCE4}" dt="2025-08-07T17:04:10.212" v="4684" actId="14100"/>
          <ac:graphicFrameMkLst>
            <pc:docMk/>
            <pc:sldMk cId="1783863472" sldId="278"/>
            <ac:graphicFrameMk id="8" creationId="{6BD474CA-212B-B9DB-9B78-E1DC1A5E358B}"/>
          </ac:graphicFrameMkLst>
        </pc:graphicFrameChg>
      </pc:sldChg>
      <pc:sldChg chg="addSp delSp modSp new mod">
        <pc:chgData name="Ian Molka" userId="9564e5e9fe772938" providerId="LiveId" clId="{1FCC38AF-C95A-4117-92A9-CA6BE9C6DCE4}" dt="2025-08-07T17:04:37.305" v="4692" actId="14100"/>
        <pc:sldMkLst>
          <pc:docMk/>
          <pc:sldMk cId="1982983024" sldId="279"/>
        </pc:sldMkLst>
        <pc:spChg chg="mod">
          <ac:chgData name="Ian Molka" userId="9564e5e9fe772938" providerId="LiveId" clId="{1FCC38AF-C95A-4117-92A9-CA6BE9C6DCE4}" dt="2025-08-07T15:11:16.136" v="4312"/>
          <ac:spMkLst>
            <pc:docMk/>
            <pc:sldMk cId="1982983024" sldId="279"/>
            <ac:spMk id="2" creationId="{93C19D41-3157-1F18-6624-6BC0FD964EAD}"/>
          </ac:spMkLst>
        </pc:spChg>
        <pc:spChg chg="add del mod">
          <ac:chgData name="Ian Molka" userId="9564e5e9fe772938" providerId="LiveId" clId="{1FCC38AF-C95A-4117-92A9-CA6BE9C6DCE4}" dt="2025-08-07T17:04:34.449" v="4690"/>
          <ac:spMkLst>
            <pc:docMk/>
            <pc:sldMk cId="1982983024" sldId="279"/>
            <ac:spMk id="7" creationId="{2681D4A2-FF13-2611-0D9C-DEB179A2B33D}"/>
          </ac:spMkLst>
        </pc:spChg>
        <pc:graphicFrameChg chg="add del mod modGraphic">
          <ac:chgData name="Ian Molka" userId="9564e5e9fe772938" providerId="LiveId" clId="{1FCC38AF-C95A-4117-92A9-CA6BE9C6DCE4}" dt="2025-08-07T17:04:34.027" v="4689" actId="478"/>
          <ac:graphicFrameMkLst>
            <pc:docMk/>
            <pc:sldMk cId="1982983024" sldId="279"/>
            <ac:graphicFrameMk id="6" creationId="{636AD523-7D15-DC9A-1ACA-29329F007C2B}"/>
          </ac:graphicFrameMkLst>
        </pc:graphicFrameChg>
        <pc:graphicFrameChg chg="add mod modGraphic">
          <ac:chgData name="Ian Molka" userId="9564e5e9fe772938" providerId="LiveId" clId="{1FCC38AF-C95A-4117-92A9-CA6BE9C6DCE4}" dt="2025-08-07T17:04:37.305" v="4692" actId="14100"/>
          <ac:graphicFrameMkLst>
            <pc:docMk/>
            <pc:sldMk cId="1982983024" sldId="279"/>
            <ac:graphicFrameMk id="8" creationId="{9570E064-E0BC-5BF5-8903-0181278F7375}"/>
          </ac:graphicFrameMkLst>
        </pc:graphicFrameChg>
      </pc:sldChg>
      <pc:sldChg chg="addSp delSp modSp new mod ord">
        <pc:chgData name="Ian Molka" userId="9564e5e9fe772938" providerId="LiveId" clId="{1FCC38AF-C95A-4117-92A9-CA6BE9C6DCE4}" dt="2025-08-07T17:04:44.190" v="4694"/>
        <pc:sldMkLst>
          <pc:docMk/>
          <pc:sldMk cId="3397461349" sldId="280"/>
        </pc:sldMkLst>
        <pc:spChg chg="mod">
          <ac:chgData name="Ian Molka" userId="9564e5e9fe772938" providerId="LiveId" clId="{1FCC38AF-C95A-4117-92A9-CA6BE9C6DCE4}" dt="2025-08-05T16:55:20.948" v="3981" actId="20577"/>
          <ac:spMkLst>
            <pc:docMk/>
            <pc:sldMk cId="3397461349" sldId="280"/>
            <ac:spMk id="2" creationId="{FD37E087-C637-EBBA-FCD7-B28D66002D23}"/>
          </ac:spMkLst>
        </pc:spChg>
        <pc:spChg chg="add del mod">
          <ac:chgData name="Ian Molka" userId="9564e5e9fe772938" providerId="LiveId" clId="{1FCC38AF-C95A-4117-92A9-CA6BE9C6DCE4}" dt="2025-08-07T17:02:55.820" v="4676"/>
          <ac:spMkLst>
            <pc:docMk/>
            <pc:sldMk cId="3397461349" sldId="280"/>
            <ac:spMk id="7" creationId="{C4C2B074-354A-56D9-A710-4D1265F54DF8}"/>
          </ac:spMkLst>
        </pc:spChg>
        <pc:graphicFrameChg chg="add del mod modGraphic">
          <ac:chgData name="Ian Molka" userId="9564e5e9fe772938" providerId="LiveId" clId="{1FCC38AF-C95A-4117-92A9-CA6BE9C6DCE4}" dt="2025-08-07T17:02:55.295" v="4675" actId="478"/>
          <ac:graphicFrameMkLst>
            <pc:docMk/>
            <pc:sldMk cId="3397461349" sldId="280"/>
            <ac:graphicFrameMk id="6" creationId="{93866E26-C02D-ABDE-872F-3086609F134E}"/>
          </ac:graphicFrameMkLst>
        </pc:graphicFrameChg>
        <pc:graphicFrameChg chg="add mod">
          <ac:chgData name="Ian Molka" userId="9564e5e9fe772938" providerId="LiveId" clId="{1FCC38AF-C95A-4117-92A9-CA6BE9C6DCE4}" dt="2025-08-07T17:02:55.820" v="4676"/>
          <ac:graphicFrameMkLst>
            <pc:docMk/>
            <pc:sldMk cId="3397461349" sldId="280"/>
            <ac:graphicFrameMk id="8" creationId="{781DC298-148D-EA1A-EDDE-A8EE65A22B57}"/>
          </ac:graphicFrameMkLst>
        </pc:graphicFrameChg>
      </pc:sldChg>
      <pc:sldChg chg="new del">
        <pc:chgData name="Ian Molka" userId="9564e5e9fe772938" providerId="LiveId" clId="{1FCC38AF-C95A-4117-92A9-CA6BE9C6DCE4}" dt="2025-08-05T15:47:43.254" v="3780" actId="2696"/>
        <pc:sldMkLst>
          <pc:docMk/>
          <pc:sldMk cId="3964057800" sldId="280"/>
        </pc:sldMkLst>
      </pc:sldChg>
      <pc:sldChg chg="addSp delSp modSp new mod">
        <pc:chgData name="Ian Molka" userId="9564e5e9fe772938" providerId="LiveId" clId="{1FCC38AF-C95A-4117-92A9-CA6BE9C6DCE4}" dt="2025-08-07T17:03:34.231" v="4680" actId="14100"/>
        <pc:sldMkLst>
          <pc:docMk/>
          <pc:sldMk cId="735885519" sldId="281"/>
        </pc:sldMkLst>
        <pc:spChg chg="mod">
          <ac:chgData name="Ian Molka" userId="9564e5e9fe772938" providerId="LiveId" clId="{1FCC38AF-C95A-4117-92A9-CA6BE9C6DCE4}" dt="2025-08-06T20:05:40.118" v="4187" actId="20577"/>
          <ac:spMkLst>
            <pc:docMk/>
            <pc:sldMk cId="735885519" sldId="281"/>
            <ac:spMk id="2" creationId="{22D2B13A-7752-ECE7-B13C-9FC1C752E6E7}"/>
          </ac:spMkLst>
        </pc:spChg>
        <pc:spChg chg="del">
          <ac:chgData name="Ian Molka" userId="9564e5e9fe772938" providerId="LiveId" clId="{1FCC38AF-C95A-4117-92A9-CA6BE9C6DCE4}" dt="2025-08-06T20:05:13.178" v="4144"/>
          <ac:spMkLst>
            <pc:docMk/>
            <pc:sldMk cId="735885519" sldId="281"/>
            <ac:spMk id="3" creationId="{B3166EED-3764-5B48-28E5-41672A132053}"/>
          </ac:spMkLst>
        </pc:spChg>
        <pc:spChg chg="add del mod">
          <ac:chgData name="Ian Molka" userId="9564e5e9fe772938" providerId="LiveId" clId="{1FCC38AF-C95A-4117-92A9-CA6BE9C6DCE4}" dt="2025-08-07T15:10:17.597" v="4275"/>
          <ac:spMkLst>
            <pc:docMk/>
            <pc:sldMk cId="735885519" sldId="281"/>
            <ac:spMk id="8" creationId="{6FC10B7F-5AA3-3BFD-7AC5-E1D022F82BC0}"/>
          </ac:spMkLst>
        </pc:spChg>
        <pc:spChg chg="add del mod">
          <ac:chgData name="Ian Molka" userId="9564e5e9fe772938" providerId="LiveId" clId="{1FCC38AF-C95A-4117-92A9-CA6BE9C6DCE4}" dt="2025-08-07T17:03:30.014" v="4678"/>
          <ac:spMkLst>
            <pc:docMk/>
            <pc:sldMk cId="735885519" sldId="281"/>
            <ac:spMk id="11" creationId="{F808CF26-5EC8-783D-BB27-5D135371E694}"/>
          </ac:spMkLst>
        </pc:spChg>
        <pc:graphicFrameChg chg="add del mod modGraphic">
          <ac:chgData name="Ian Molka" userId="9564e5e9fe772938" providerId="LiveId" clId="{1FCC38AF-C95A-4117-92A9-CA6BE9C6DCE4}" dt="2025-08-07T15:10:16.943" v="4274" actId="478"/>
          <ac:graphicFrameMkLst>
            <pc:docMk/>
            <pc:sldMk cId="735885519" sldId="281"/>
            <ac:graphicFrameMk id="6" creationId="{6954721C-B219-D8CC-A1D1-F2D72433B2EC}"/>
          </ac:graphicFrameMkLst>
        </pc:graphicFrameChg>
        <pc:graphicFrameChg chg="add del mod modGraphic">
          <ac:chgData name="Ian Molka" userId="9564e5e9fe772938" providerId="LiveId" clId="{1FCC38AF-C95A-4117-92A9-CA6BE9C6DCE4}" dt="2025-08-07T17:03:29.226" v="4677" actId="478"/>
          <ac:graphicFrameMkLst>
            <pc:docMk/>
            <pc:sldMk cId="735885519" sldId="281"/>
            <ac:graphicFrameMk id="9" creationId="{A00B439F-D928-D8DD-00B4-7240B8AD2C80}"/>
          </ac:graphicFrameMkLst>
        </pc:graphicFrameChg>
        <pc:graphicFrameChg chg="add mod modGraphic">
          <ac:chgData name="Ian Molka" userId="9564e5e9fe772938" providerId="LiveId" clId="{1FCC38AF-C95A-4117-92A9-CA6BE9C6DCE4}" dt="2025-08-07T17:03:34.231" v="4680" actId="14100"/>
          <ac:graphicFrameMkLst>
            <pc:docMk/>
            <pc:sldMk cId="735885519" sldId="281"/>
            <ac:graphicFrameMk id="12" creationId="{DD8761FF-75CE-A16B-5E14-CD39AA65B906}"/>
          </ac:graphicFrameMkLst>
        </pc:graphicFrameChg>
      </pc:sldChg>
      <pc:sldChg chg="modSp new mod">
        <pc:chgData name="Ian Molka" userId="9564e5e9fe772938" providerId="LiveId" clId="{1FCC38AF-C95A-4117-92A9-CA6BE9C6DCE4}" dt="2025-08-07T16:31:23.916" v="4666" actId="20577"/>
        <pc:sldMkLst>
          <pc:docMk/>
          <pc:sldMk cId="800114173" sldId="282"/>
        </pc:sldMkLst>
        <pc:spChg chg="mod">
          <ac:chgData name="Ian Molka" userId="9564e5e9fe772938" providerId="LiveId" clId="{1FCC38AF-C95A-4117-92A9-CA6BE9C6DCE4}" dt="2025-08-07T15:58:38.528" v="4328" actId="20577"/>
          <ac:spMkLst>
            <pc:docMk/>
            <pc:sldMk cId="800114173" sldId="282"/>
            <ac:spMk id="2" creationId="{03E5B19C-45D0-2BFC-8AAA-2CECE62C449D}"/>
          </ac:spMkLst>
        </pc:spChg>
        <pc:spChg chg="mod">
          <ac:chgData name="Ian Molka" userId="9564e5e9fe772938" providerId="LiveId" clId="{1FCC38AF-C95A-4117-92A9-CA6BE9C6DCE4}" dt="2025-08-07T16:31:23.916" v="4666" actId="20577"/>
          <ac:spMkLst>
            <pc:docMk/>
            <pc:sldMk cId="800114173" sldId="282"/>
            <ac:spMk id="3" creationId="{22A6A65B-BBA4-2155-1C9A-B4075B99B27B}"/>
          </ac:spMkLst>
        </pc:spChg>
      </pc:sldChg>
      <pc:sldChg chg="modSp new mod ord">
        <pc:chgData name="Ian Molka" userId="9564e5e9fe772938" providerId="LiveId" clId="{1FCC38AF-C95A-4117-92A9-CA6BE9C6DCE4}" dt="2025-08-07T17:44:19.020" v="4837"/>
        <pc:sldMkLst>
          <pc:docMk/>
          <pc:sldMk cId="1595543160" sldId="283"/>
        </pc:sldMkLst>
        <pc:spChg chg="mod">
          <ac:chgData name="Ian Molka" userId="9564e5e9fe772938" providerId="LiveId" clId="{1FCC38AF-C95A-4117-92A9-CA6BE9C6DCE4}" dt="2025-08-07T17:27:48.289" v="4830" actId="20577"/>
          <ac:spMkLst>
            <pc:docMk/>
            <pc:sldMk cId="1595543160" sldId="283"/>
            <ac:spMk id="3" creationId="{A3943CED-E615-339D-E858-DF115AF8EBA0}"/>
          </ac:spMkLst>
        </pc:spChg>
      </pc:sldChg>
    </pc:docChg>
  </pc:docChgLst>
</pc:chgInfo>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mailto:mfranz1@umd.edu" TargetMode="External"/><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985A112-6C98-4C11-4E05-5002D87F099E}"/>
              </a:ext>
            </a:extLst>
          </p:cNvPr>
          <p:cNvSpPr/>
          <p:nvPr/>
        </p:nvSpPr>
        <p:spPr>
          <a:xfrm>
            <a:off x="0" y="0"/>
            <a:ext cx="12191999" cy="20573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descr="A road with buildings and trees&#10;&#10;Description automatically generated with medium confidence">
            <a:extLst>
              <a:ext uri="{FF2B5EF4-FFF2-40B4-BE49-F238E27FC236}">
                <a16:creationId xmlns:a16="http://schemas.microsoft.com/office/drawing/2014/main" id="{EB3B9C23-4CF8-B83A-78DF-98804A95C83E}"/>
              </a:ext>
            </a:extLst>
          </p:cNvPr>
          <p:cNvPicPr>
            <a:picLocks noChangeAspect="1"/>
          </p:cNvPicPr>
          <p:nvPr/>
        </p:nvPicPr>
        <p:blipFill rotWithShape="1">
          <a:blip r:embed="rId2"/>
          <a:srcRect r="32836"/>
          <a:stretch/>
        </p:blipFill>
        <p:spPr>
          <a:xfrm>
            <a:off x="10272783" y="-1"/>
            <a:ext cx="1919217" cy="2057400"/>
          </a:xfrm>
          <a:prstGeom prst="rect">
            <a:avLst/>
          </a:prstGeom>
        </p:spPr>
      </p:pic>
      <p:pic>
        <p:nvPicPr>
          <p:cNvPr id="52" name="Picture 51" descr="A car on a road at night&#10;&#10;Description automatically generated">
            <a:extLst>
              <a:ext uri="{FF2B5EF4-FFF2-40B4-BE49-F238E27FC236}">
                <a16:creationId xmlns:a16="http://schemas.microsoft.com/office/drawing/2014/main" id="{1B92156D-8584-4F4F-9DDC-DF56E6F52527}"/>
              </a:ext>
            </a:extLst>
          </p:cNvPr>
          <p:cNvPicPr>
            <a:picLocks noChangeAspect="1"/>
          </p:cNvPicPr>
          <p:nvPr/>
        </p:nvPicPr>
        <p:blipFill rotWithShape="1">
          <a:blip r:embed="rId3"/>
          <a:srcRect l="17832"/>
          <a:stretch/>
        </p:blipFill>
        <p:spPr>
          <a:xfrm>
            <a:off x="0" y="0"/>
            <a:ext cx="4466336" cy="2057400"/>
          </a:xfrm>
          <a:prstGeom prst="rect">
            <a:avLst/>
          </a:prstGeom>
        </p:spPr>
      </p:pic>
      <p:grpSp>
        <p:nvGrpSpPr>
          <p:cNvPr id="35" name="Group 34">
            <a:extLst>
              <a:ext uri="{FF2B5EF4-FFF2-40B4-BE49-F238E27FC236}">
                <a16:creationId xmlns:a16="http://schemas.microsoft.com/office/drawing/2014/main" id="{D6258CA8-763E-BB2E-4268-A38B1AA32F48}"/>
              </a:ext>
            </a:extLst>
          </p:cNvPr>
          <p:cNvGrpSpPr/>
          <p:nvPr/>
        </p:nvGrpSpPr>
        <p:grpSpPr>
          <a:xfrm>
            <a:off x="228914" y="4236296"/>
            <a:ext cx="11592816" cy="2628901"/>
            <a:chOff x="786698" y="2114549"/>
            <a:chExt cx="11592816" cy="2628901"/>
          </a:xfrm>
        </p:grpSpPr>
        <p:grpSp>
          <p:nvGrpSpPr>
            <p:cNvPr id="36" name="Group 35">
              <a:extLst>
                <a:ext uri="{FF2B5EF4-FFF2-40B4-BE49-F238E27FC236}">
                  <a16:creationId xmlns:a16="http://schemas.microsoft.com/office/drawing/2014/main" id="{9F7CAF52-49ED-C8AA-E2F2-7D6C0964EFD3}"/>
                </a:ext>
              </a:extLst>
            </p:cNvPr>
            <p:cNvGrpSpPr/>
            <p:nvPr/>
          </p:nvGrpSpPr>
          <p:grpSpPr>
            <a:xfrm>
              <a:off x="986589" y="2114549"/>
              <a:ext cx="11392925" cy="2628901"/>
              <a:chOff x="0" y="4229096"/>
              <a:chExt cx="11392925" cy="2628901"/>
            </a:xfrm>
          </p:grpSpPr>
          <p:pic>
            <p:nvPicPr>
              <p:cNvPr id="41" name="Google Shape;121;p1" descr="https://ibecreative.co.uk/wp-content/uploads/2014/04/icon-design.png">
                <a:extLst>
                  <a:ext uri="{FF2B5EF4-FFF2-40B4-BE49-F238E27FC236}">
                    <a16:creationId xmlns:a16="http://schemas.microsoft.com/office/drawing/2014/main" id="{F136C161-D6AD-212C-907B-9214E0FB3812}"/>
                  </a:ext>
                </a:extLst>
              </p:cNvPr>
              <p:cNvPicPr preferRelativeResize="0"/>
              <p:nvPr/>
            </p:nvPicPr>
            <p:blipFill rotWithShape="1">
              <a:blip r:embed="rId4">
                <a:alphaModFix/>
              </a:blip>
              <a:srcRect b="7998"/>
              <a:stretch/>
            </p:blipFill>
            <p:spPr>
              <a:xfrm>
                <a:off x="0" y="4229096"/>
                <a:ext cx="11392925" cy="2628901"/>
              </a:xfrm>
              <a:prstGeom prst="rect">
                <a:avLst/>
              </a:prstGeom>
              <a:noFill/>
              <a:ln>
                <a:noFill/>
              </a:ln>
            </p:spPr>
          </p:pic>
          <p:grpSp>
            <p:nvGrpSpPr>
              <p:cNvPr id="42" name="Group 41">
                <a:extLst>
                  <a:ext uri="{FF2B5EF4-FFF2-40B4-BE49-F238E27FC236}">
                    <a16:creationId xmlns:a16="http://schemas.microsoft.com/office/drawing/2014/main" id="{2AD3A201-72C8-370D-45F3-398CE66477E1}"/>
                  </a:ext>
                </a:extLst>
              </p:cNvPr>
              <p:cNvGrpSpPr/>
              <p:nvPr/>
            </p:nvGrpSpPr>
            <p:grpSpPr>
              <a:xfrm>
                <a:off x="226929" y="4800599"/>
                <a:ext cx="10752090" cy="1615653"/>
                <a:chOff x="226929" y="4800599"/>
                <a:chExt cx="10752090" cy="1615653"/>
              </a:xfrm>
            </p:grpSpPr>
            <p:sp>
              <p:nvSpPr>
                <p:cNvPr id="43" name="Rectangle 42">
                  <a:extLst>
                    <a:ext uri="{FF2B5EF4-FFF2-40B4-BE49-F238E27FC236}">
                      <a16:creationId xmlns:a16="http://schemas.microsoft.com/office/drawing/2014/main" id="{019C3158-D794-2859-288A-4D788ADBD6B7}"/>
                    </a:ext>
                  </a:extLst>
                </p:cNvPr>
                <p:cNvSpPr/>
                <p:nvPr/>
              </p:nvSpPr>
              <p:spPr>
                <a:xfrm>
                  <a:off x="226929" y="5037992"/>
                  <a:ext cx="10752090" cy="12660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7B048B8-601B-FC0F-4FE9-5F6D8E9D2D94}"/>
                    </a:ext>
                  </a:extLst>
                </p:cNvPr>
                <p:cNvSpPr/>
                <p:nvPr/>
              </p:nvSpPr>
              <p:spPr>
                <a:xfrm>
                  <a:off x="730664" y="4880767"/>
                  <a:ext cx="482317" cy="11155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0835CEA-FC7D-862C-FDF9-F51B70D816F9}"/>
                    </a:ext>
                  </a:extLst>
                </p:cNvPr>
                <p:cNvSpPr/>
                <p:nvPr/>
              </p:nvSpPr>
              <p:spPr>
                <a:xfrm>
                  <a:off x="3766481" y="4873902"/>
                  <a:ext cx="954988" cy="11155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63ECDC3-F5FE-7A78-9D23-63D6F162B133}"/>
                    </a:ext>
                  </a:extLst>
                </p:cNvPr>
                <p:cNvSpPr/>
                <p:nvPr/>
              </p:nvSpPr>
              <p:spPr>
                <a:xfrm>
                  <a:off x="6842139" y="4800599"/>
                  <a:ext cx="954988" cy="11155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F4D995A-B637-CC95-DEA8-DF9A7AE094DA}"/>
                    </a:ext>
                  </a:extLst>
                </p:cNvPr>
                <p:cNvSpPr/>
                <p:nvPr/>
              </p:nvSpPr>
              <p:spPr>
                <a:xfrm>
                  <a:off x="8280182" y="4828940"/>
                  <a:ext cx="954988" cy="11155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B0F2261-1D10-5FE6-231F-E49673BF44C3}"/>
                    </a:ext>
                  </a:extLst>
                </p:cNvPr>
                <p:cNvSpPr/>
                <p:nvPr/>
              </p:nvSpPr>
              <p:spPr>
                <a:xfrm>
                  <a:off x="9497435" y="5011616"/>
                  <a:ext cx="1481584" cy="1057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54E443B-C93B-F69F-FF7B-E4685A497F37}"/>
                    </a:ext>
                  </a:extLst>
                </p:cNvPr>
                <p:cNvSpPr/>
                <p:nvPr/>
              </p:nvSpPr>
              <p:spPr>
                <a:xfrm>
                  <a:off x="8487950" y="5358392"/>
                  <a:ext cx="1481584" cy="1057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65394B5-87B7-5789-928C-DCC3D9B45B2A}"/>
                    </a:ext>
                  </a:extLst>
                </p:cNvPr>
                <p:cNvSpPr/>
                <p:nvPr/>
              </p:nvSpPr>
              <p:spPr>
                <a:xfrm>
                  <a:off x="5241053" y="4886667"/>
                  <a:ext cx="682549" cy="1057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7" name="Google Shape;131;p1" descr="http://www.umtri.umich.edu/sites/default/files/images/critical-issues/Con-Tech-icon.gif">
              <a:extLst>
                <a:ext uri="{FF2B5EF4-FFF2-40B4-BE49-F238E27FC236}">
                  <a16:creationId xmlns:a16="http://schemas.microsoft.com/office/drawing/2014/main" id="{C4FFE949-3C06-1503-A2B9-1E0C4B9CBCCB}"/>
                </a:ext>
              </a:extLst>
            </p:cNvPr>
            <p:cNvPicPr preferRelativeResize="0"/>
            <p:nvPr/>
          </p:nvPicPr>
          <p:blipFill rotWithShape="1">
            <a:blip r:embed="rId5">
              <a:alphaModFix/>
            </a:blip>
            <a:srcRect/>
            <a:stretch/>
          </p:blipFill>
          <p:spPr>
            <a:xfrm>
              <a:off x="786698" y="3033500"/>
              <a:ext cx="1029444" cy="1029444"/>
            </a:xfrm>
            <a:prstGeom prst="rect">
              <a:avLst/>
            </a:prstGeom>
            <a:noFill/>
            <a:ln>
              <a:noFill/>
            </a:ln>
          </p:spPr>
        </p:pic>
        <p:pic>
          <p:nvPicPr>
            <p:cNvPr id="38" name="Google Shape;141;p1" descr="https://ibecreative.co.uk/wp-content/uploads/2014/04/icon-design.png">
              <a:extLst>
                <a:ext uri="{FF2B5EF4-FFF2-40B4-BE49-F238E27FC236}">
                  <a16:creationId xmlns:a16="http://schemas.microsoft.com/office/drawing/2014/main" id="{8401E924-3C70-BD2B-C617-38D0335A5A49}"/>
                </a:ext>
              </a:extLst>
            </p:cNvPr>
            <p:cNvPicPr preferRelativeResize="0"/>
            <p:nvPr/>
          </p:nvPicPr>
          <p:blipFill rotWithShape="1">
            <a:blip r:embed="rId4">
              <a:alphaModFix/>
            </a:blip>
            <a:srcRect l="59735" t="25332" r="31173" b="32000"/>
            <a:stretch/>
          </p:blipFill>
          <p:spPr>
            <a:xfrm>
              <a:off x="7018093" y="2938622"/>
              <a:ext cx="1066802" cy="1219200"/>
            </a:xfrm>
            <a:prstGeom prst="rect">
              <a:avLst/>
            </a:prstGeom>
            <a:noFill/>
            <a:ln>
              <a:noFill/>
            </a:ln>
          </p:spPr>
        </p:pic>
        <p:pic>
          <p:nvPicPr>
            <p:cNvPr id="39" name="Google Shape;143;p1" descr="https://ibecreative.co.uk/wp-content/uploads/2014/04/icon-design.png">
              <a:extLst>
                <a:ext uri="{FF2B5EF4-FFF2-40B4-BE49-F238E27FC236}">
                  <a16:creationId xmlns:a16="http://schemas.microsoft.com/office/drawing/2014/main" id="{D9EB9EFC-4AB2-784D-EECE-C0F72F121446}"/>
                </a:ext>
              </a:extLst>
            </p:cNvPr>
            <p:cNvPicPr preferRelativeResize="0"/>
            <p:nvPr/>
          </p:nvPicPr>
          <p:blipFill rotWithShape="1">
            <a:blip r:embed="rId4">
              <a:alphaModFix/>
            </a:blip>
            <a:srcRect l="17522" t="27998" r="71438" b="34667"/>
            <a:stretch/>
          </p:blipFill>
          <p:spPr>
            <a:xfrm>
              <a:off x="2425935" y="3014822"/>
              <a:ext cx="1295401" cy="1066800"/>
            </a:xfrm>
            <a:prstGeom prst="rect">
              <a:avLst/>
            </a:prstGeom>
            <a:noFill/>
            <a:ln>
              <a:noFill/>
            </a:ln>
          </p:spPr>
        </p:pic>
        <p:pic>
          <p:nvPicPr>
            <p:cNvPr id="40" name="Google Shape;151;p1" descr="A close up of a sign&#10;&#10;Description generated with high confidence">
              <a:extLst>
                <a:ext uri="{FF2B5EF4-FFF2-40B4-BE49-F238E27FC236}">
                  <a16:creationId xmlns:a16="http://schemas.microsoft.com/office/drawing/2014/main" id="{71A01D2E-F449-548F-6DEC-445432860969}"/>
                </a:ext>
              </a:extLst>
            </p:cNvPr>
            <p:cNvPicPr preferRelativeResize="0"/>
            <p:nvPr/>
          </p:nvPicPr>
          <p:blipFill rotWithShape="1">
            <a:blip r:embed="rId6">
              <a:alphaModFix/>
            </a:blip>
            <a:srcRect/>
            <a:stretch/>
          </p:blipFill>
          <p:spPr>
            <a:xfrm>
              <a:off x="4331129" y="2988498"/>
              <a:ext cx="2077171" cy="1120675"/>
            </a:xfrm>
            <a:prstGeom prst="rect">
              <a:avLst/>
            </a:prstGeom>
            <a:noFill/>
            <a:ln>
              <a:noFill/>
            </a:ln>
          </p:spPr>
        </p:pic>
      </p:grpSp>
      <p:sp>
        <p:nvSpPr>
          <p:cNvPr id="2" name="Title 1">
            <a:extLst>
              <a:ext uri="{FF2B5EF4-FFF2-40B4-BE49-F238E27FC236}">
                <a16:creationId xmlns:a16="http://schemas.microsoft.com/office/drawing/2014/main" id="{91B2F444-17D4-B02A-14DB-13525B277E22}"/>
              </a:ext>
            </a:extLst>
          </p:cNvPr>
          <p:cNvSpPr>
            <a:spLocks noGrp="1"/>
          </p:cNvSpPr>
          <p:nvPr>
            <p:ph type="ctrTitle"/>
          </p:nvPr>
        </p:nvSpPr>
        <p:spPr>
          <a:xfrm>
            <a:off x="152400" y="2103120"/>
            <a:ext cx="11887200" cy="822960"/>
          </a:xfrm>
        </p:spPr>
        <p:txBody>
          <a:bodyPr anchor="b">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976EB5F1-01E8-F1CB-F762-1C13645CE859}"/>
              </a:ext>
            </a:extLst>
          </p:cNvPr>
          <p:cNvSpPr>
            <a:spLocks noGrp="1"/>
          </p:cNvSpPr>
          <p:nvPr>
            <p:ph type="subTitle" idx="1" hasCustomPrompt="1"/>
          </p:nvPr>
        </p:nvSpPr>
        <p:spPr>
          <a:xfrm>
            <a:off x="152400" y="3337560"/>
            <a:ext cx="8705850" cy="1097280"/>
          </a:xfrm>
        </p:spPr>
        <p:txBody>
          <a:bodyPr>
            <a:normAutofit/>
          </a:bodyPr>
          <a:lstStyle>
            <a:lvl1pPr marL="0" indent="0" algn="l">
              <a:buNone/>
              <a:defRPr sz="1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authors</a:t>
            </a:r>
          </a:p>
        </p:txBody>
      </p:sp>
      <p:pic>
        <p:nvPicPr>
          <p:cNvPr id="10" name="Google Shape;118;p1">
            <a:extLst>
              <a:ext uri="{FF2B5EF4-FFF2-40B4-BE49-F238E27FC236}">
                <a16:creationId xmlns:a16="http://schemas.microsoft.com/office/drawing/2014/main" id="{D955E50D-3C0F-6BD9-7AC3-5FFA4B59692C}"/>
              </a:ext>
            </a:extLst>
          </p:cNvPr>
          <p:cNvPicPr preferRelativeResize="0"/>
          <p:nvPr/>
        </p:nvPicPr>
        <p:blipFill rotWithShape="1">
          <a:blip r:embed="rId7">
            <a:alphaModFix/>
          </a:blip>
          <a:srcRect b="3564"/>
          <a:stretch/>
        </p:blipFill>
        <p:spPr>
          <a:xfrm>
            <a:off x="5897352" y="0"/>
            <a:ext cx="2844562" cy="2057400"/>
          </a:xfrm>
          <a:prstGeom prst="parallelogram">
            <a:avLst>
              <a:gd name="adj" fmla="val 45415"/>
            </a:avLst>
          </a:prstGeom>
          <a:noFill/>
          <a:ln>
            <a:noFill/>
          </a:ln>
        </p:spPr>
      </p:pic>
      <p:pic>
        <p:nvPicPr>
          <p:cNvPr id="11" name="Google Shape;119;p1">
            <a:extLst>
              <a:ext uri="{FF2B5EF4-FFF2-40B4-BE49-F238E27FC236}">
                <a16:creationId xmlns:a16="http://schemas.microsoft.com/office/drawing/2014/main" id="{33209A8B-4447-2A81-0B06-2437C9ECAB77}"/>
              </a:ext>
            </a:extLst>
          </p:cNvPr>
          <p:cNvPicPr preferRelativeResize="0"/>
          <p:nvPr/>
        </p:nvPicPr>
        <p:blipFill rotWithShape="1">
          <a:blip r:embed="rId8">
            <a:alphaModFix/>
          </a:blip>
          <a:srcRect t="1" r="8213" b="3411"/>
          <a:stretch/>
        </p:blipFill>
        <p:spPr>
          <a:xfrm>
            <a:off x="8035057" y="0"/>
            <a:ext cx="2943962" cy="2057400"/>
          </a:xfrm>
          <a:prstGeom prst="parallelogram">
            <a:avLst>
              <a:gd name="adj" fmla="val 45138"/>
            </a:avLst>
          </a:prstGeom>
          <a:noFill/>
          <a:ln>
            <a:noFill/>
          </a:ln>
        </p:spPr>
      </p:pic>
      <p:pic>
        <p:nvPicPr>
          <p:cNvPr id="12" name="Google Shape;153;p1">
            <a:extLst>
              <a:ext uri="{FF2B5EF4-FFF2-40B4-BE49-F238E27FC236}">
                <a16:creationId xmlns:a16="http://schemas.microsoft.com/office/drawing/2014/main" id="{FF4B7236-C149-AD73-A7CE-ED0A113A95F8}"/>
              </a:ext>
            </a:extLst>
          </p:cNvPr>
          <p:cNvPicPr preferRelativeResize="0"/>
          <p:nvPr/>
        </p:nvPicPr>
        <p:blipFill rotWithShape="1">
          <a:blip r:embed="rId9">
            <a:alphaModFix/>
          </a:blip>
          <a:srcRect b="3247"/>
          <a:stretch/>
        </p:blipFill>
        <p:spPr>
          <a:xfrm>
            <a:off x="3766481" y="-1"/>
            <a:ext cx="2835286" cy="2057400"/>
          </a:xfrm>
          <a:prstGeom prst="parallelogram">
            <a:avLst>
              <a:gd name="adj" fmla="val 45263"/>
            </a:avLst>
          </a:prstGeom>
          <a:noFill/>
          <a:ln>
            <a:noFill/>
          </a:ln>
        </p:spPr>
      </p:pic>
      <p:grpSp>
        <p:nvGrpSpPr>
          <p:cNvPr id="16" name="Google Shape;146;p1">
            <a:extLst>
              <a:ext uri="{FF2B5EF4-FFF2-40B4-BE49-F238E27FC236}">
                <a16:creationId xmlns:a16="http://schemas.microsoft.com/office/drawing/2014/main" id="{373955A0-4C1C-7C06-87ED-726A8B73C77C}"/>
              </a:ext>
            </a:extLst>
          </p:cNvPr>
          <p:cNvGrpSpPr/>
          <p:nvPr/>
        </p:nvGrpSpPr>
        <p:grpSpPr>
          <a:xfrm rot="10800000">
            <a:off x="7904645" y="4560915"/>
            <a:ext cx="4287354" cy="2304285"/>
            <a:chOff x="185032" y="0"/>
            <a:chExt cx="4287354" cy="2130952"/>
          </a:xfrm>
          <a:solidFill>
            <a:srgbClr val="214E91"/>
          </a:solidFill>
        </p:grpSpPr>
        <p:sp>
          <p:nvSpPr>
            <p:cNvPr id="18" name="Google Shape;147;p1">
              <a:extLst>
                <a:ext uri="{FF2B5EF4-FFF2-40B4-BE49-F238E27FC236}">
                  <a16:creationId xmlns:a16="http://schemas.microsoft.com/office/drawing/2014/main" id="{7DB71E0B-123F-2C39-5BC0-A76573612C97}"/>
                </a:ext>
              </a:extLst>
            </p:cNvPr>
            <p:cNvSpPr/>
            <p:nvPr/>
          </p:nvSpPr>
          <p:spPr>
            <a:xfrm>
              <a:off x="663974" y="0"/>
              <a:ext cx="3808412" cy="2130950"/>
            </a:xfrm>
            <a:prstGeom prst="parallelogram">
              <a:avLst>
                <a:gd name="adj" fmla="val 44667"/>
              </a:avLst>
            </a:prstGeom>
            <a:gr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 name="Google Shape;148;p1">
              <a:extLst>
                <a:ext uri="{FF2B5EF4-FFF2-40B4-BE49-F238E27FC236}">
                  <a16:creationId xmlns:a16="http://schemas.microsoft.com/office/drawing/2014/main" id="{C0AF653F-6750-4981-F926-ADB7EF6FC51B}"/>
                </a:ext>
              </a:extLst>
            </p:cNvPr>
            <p:cNvSpPr/>
            <p:nvPr/>
          </p:nvSpPr>
          <p:spPr>
            <a:xfrm>
              <a:off x="185032" y="2"/>
              <a:ext cx="3085222" cy="2130950"/>
            </a:xfrm>
            <a:prstGeom prst="parallelogram">
              <a:avLst>
                <a:gd name="adj" fmla="val 0"/>
              </a:avLst>
            </a:prstGeom>
            <a:gr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58" name="Text Placeholder 57">
            <a:extLst>
              <a:ext uri="{FF2B5EF4-FFF2-40B4-BE49-F238E27FC236}">
                <a16:creationId xmlns:a16="http://schemas.microsoft.com/office/drawing/2014/main" id="{8790C14F-CD51-15E9-8189-D3731AB846FE}"/>
              </a:ext>
            </a:extLst>
          </p:cNvPr>
          <p:cNvSpPr>
            <a:spLocks noGrp="1"/>
          </p:cNvSpPr>
          <p:nvPr>
            <p:ph type="body" sz="quarter" idx="10" hasCustomPrompt="1"/>
          </p:nvPr>
        </p:nvSpPr>
        <p:spPr>
          <a:xfrm>
            <a:off x="9663975" y="2971801"/>
            <a:ext cx="2375624" cy="320040"/>
          </a:xfrm>
        </p:spPr>
        <p:txBody>
          <a:bodyPr>
            <a:normAutofit/>
          </a:bodyPr>
          <a:lstStyle>
            <a:lvl1pPr marL="0" indent="0" algn="r">
              <a:buNone/>
              <a:defRPr sz="1600"/>
            </a:lvl1pPr>
          </a:lstStyle>
          <a:p>
            <a:pPr lvl="0"/>
            <a:r>
              <a:rPr lang="en-US"/>
              <a:t>Click to insert task no.</a:t>
            </a:r>
          </a:p>
        </p:txBody>
      </p:sp>
      <p:sp>
        <p:nvSpPr>
          <p:cNvPr id="59" name="Text Placeholder 57">
            <a:extLst>
              <a:ext uri="{FF2B5EF4-FFF2-40B4-BE49-F238E27FC236}">
                <a16:creationId xmlns:a16="http://schemas.microsoft.com/office/drawing/2014/main" id="{8B5FD69E-EB4B-5198-47D1-3B769A3D581E}"/>
              </a:ext>
            </a:extLst>
          </p:cNvPr>
          <p:cNvSpPr>
            <a:spLocks noGrp="1"/>
          </p:cNvSpPr>
          <p:nvPr>
            <p:ph type="body" sz="quarter" idx="11" hasCustomPrompt="1"/>
          </p:nvPr>
        </p:nvSpPr>
        <p:spPr>
          <a:xfrm>
            <a:off x="152400" y="2971800"/>
            <a:ext cx="8705850" cy="320040"/>
          </a:xfrm>
        </p:spPr>
        <p:txBody>
          <a:bodyPr>
            <a:normAutofit/>
          </a:bodyPr>
          <a:lstStyle>
            <a:lvl1pPr marL="0" indent="0" algn="l">
              <a:buNone/>
              <a:defRPr sz="1600" b="1"/>
            </a:lvl1pPr>
          </a:lstStyle>
          <a:p>
            <a:pPr lvl="0"/>
            <a:r>
              <a:rPr lang="en-US"/>
              <a:t>Click to insert project title</a:t>
            </a:r>
          </a:p>
        </p:txBody>
      </p:sp>
    </p:spTree>
    <p:extLst>
      <p:ext uri="{BB962C8B-B14F-4D97-AF65-F5344CB8AC3E}">
        <p14:creationId xmlns:p14="http://schemas.microsoft.com/office/powerpoint/2010/main" val="3376123906"/>
      </p:ext>
    </p:extLst>
  </p:cSld>
  <p:clrMapOvr>
    <a:masterClrMapping/>
  </p:clrMapOvr>
  <p:extLst>
    <p:ext uri="{DCECCB84-F9BA-43D5-87BE-67443E8EF086}">
      <p15:sldGuideLst xmlns:p15="http://schemas.microsoft.com/office/powerpoint/2012/main">
        <p15:guide id="1" orient="horz" pos="2856">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DEB07-8B91-53E5-7D65-DFF7CD6745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92D4E0-279B-8071-2DE5-11F34D3F97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CA4A68EA-86DC-C800-C470-3ED3982B5C91}"/>
              </a:ext>
            </a:extLst>
          </p:cNvPr>
          <p:cNvSpPr>
            <a:spLocks noGrp="1"/>
          </p:cNvSpPr>
          <p:nvPr>
            <p:ph type="ftr" sz="quarter" idx="3"/>
          </p:nvPr>
        </p:nvSpPr>
        <p:spPr>
          <a:xfrm>
            <a:off x="7211568" y="6556248"/>
            <a:ext cx="4453128" cy="301752"/>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
        <p:nvSpPr>
          <p:cNvPr id="8" name="Slide Number Placeholder 5">
            <a:extLst>
              <a:ext uri="{FF2B5EF4-FFF2-40B4-BE49-F238E27FC236}">
                <a16:creationId xmlns:a16="http://schemas.microsoft.com/office/drawing/2014/main" id="{9AED0D68-E255-B798-7641-6A4FC4661574}"/>
              </a:ext>
            </a:extLst>
          </p:cNvPr>
          <p:cNvSpPr>
            <a:spLocks noGrp="1"/>
          </p:cNvSpPr>
          <p:nvPr>
            <p:ph type="sldNum" sz="quarter" idx="4"/>
          </p:nvPr>
        </p:nvSpPr>
        <p:spPr>
          <a:xfrm>
            <a:off x="11710416" y="6556248"/>
            <a:ext cx="475488" cy="301752"/>
          </a:xfrm>
          <a:prstGeom prst="rect">
            <a:avLst/>
          </a:prstGeom>
        </p:spPr>
        <p:txBody>
          <a:bodyPr vert="horz" lIns="91440" tIns="45720" rIns="91440" bIns="45720" rtlCol="0" anchor="ctr"/>
          <a:lstStyle>
            <a:lvl1pPr algn="r">
              <a:defRPr sz="1200">
                <a:solidFill>
                  <a:schemeClr val="bg1"/>
                </a:solidFill>
              </a:defRPr>
            </a:lvl1pPr>
          </a:lstStyle>
          <a:p>
            <a:fld id="{80E8E832-D5BD-E340-9950-DA7B1292B12F}" type="slidenum">
              <a:rPr lang="en-US" smtClean="0"/>
              <a:t>‹#›</a:t>
            </a:fld>
            <a:endParaRPr lang="en-US"/>
          </a:p>
        </p:txBody>
      </p:sp>
    </p:spTree>
    <p:extLst>
      <p:ext uri="{BB962C8B-B14F-4D97-AF65-F5344CB8AC3E}">
        <p14:creationId xmlns:p14="http://schemas.microsoft.com/office/powerpoint/2010/main" val="545795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38CF3-46C3-DF30-1A1D-51E0DC76EC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DF5491-599D-5811-F86C-41192EDA0165}"/>
              </a:ext>
            </a:extLst>
          </p:cNvPr>
          <p:cNvSpPr>
            <a:spLocks noGrp="1"/>
          </p:cNvSpPr>
          <p:nvPr>
            <p:ph sz="half" idx="1"/>
          </p:nvPr>
        </p:nvSpPr>
        <p:spPr>
          <a:xfrm>
            <a:off x="838200" y="18745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4F22C1-2F1B-A1A1-45C3-B4A6A6325B90}"/>
              </a:ext>
            </a:extLst>
          </p:cNvPr>
          <p:cNvSpPr>
            <a:spLocks noGrp="1"/>
          </p:cNvSpPr>
          <p:nvPr>
            <p:ph sz="half" idx="2"/>
          </p:nvPr>
        </p:nvSpPr>
        <p:spPr>
          <a:xfrm>
            <a:off x="6172200" y="18745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6198A85F-0E56-9295-A4C3-F7945B36E08A}"/>
              </a:ext>
            </a:extLst>
          </p:cNvPr>
          <p:cNvSpPr>
            <a:spLocks noGrp="1"/>
          </p:cNvSpPr>
          <p:nvPr>
            <p:ph type="ftr" sz="quarter" idx="3"/>
          </p:nvPr>
        </p:nvSpPr>
        <p:spPr>
          <a:xfrm>
            <a:off x="7211568" y="6556248"/>
            <a:ext cx="4453128" cy="301752"/>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
        <p:nvSpPr>
          <p:cNvPr id="9" name="Slide Number Placeholder 5">
            <a:extLst>
              <a:ext uri="{FF2B5EF4-FFF2-40B4-BE49-F238E27FC236}">
                <a16:creationId xmlns:a16="http://schemas.microsoft.com/office/drawing/2014/main" id="{AB01EB29-0091-A8A8-275D-CF58192C3D11}"/>
              </a:ext>
            </a:extLst>
          </p:cNvPr>
          <p:cNvSpPr>
            <a:spLocks noGrp="1"/>
          </p:cNvSpPr>
          <p:nvPr>
            <p:ph type="sldNum" sz="quarter" idx="4"/>
          </p:nvPr>
        </p:nvSpPr>
        <p:spPr>
          <a:xfrm>
            <a:off x="11710416" y="6556248"/>
            <a:ext cx="475488" cy="301752"/>
          </a:xfrm>
          <a:prstGeom prst="rect">
            <a:avLst/>
          </a:prstGeom>
        </p:spPr>
        <p:txBody>
          <a:bodyPr vert="horz" lIns="91440" tIns="45720" rIns="91440" bIns="45720" rtlCol="0" anchor="ctr"/>
          <a:lstStyle>
            <a:lvl1pPr algn="r">
              <a:defRPr sz="1200">
                <a:solidFill>
                  <a:schemeClr val="bg1"/>
                </a:solidFill>
              </a:defRPr>
            </a:lvl1pPr>
          </a:lstStyle>
          <a:p>
            <a:fld id="{80E8E832-D5BD-E340-9950-DA7B1292B12F}" type="slidenum">
              <a:rPr lang="en-US" smtClean="0"/>
              <a:t>‹#›</a:t>
            </a:fld>
            <a:endParaRPr lang="en-US"/>
          </a:p>
        </p:txBody>
      </p:sp>
    </p:spTree>
    <p:extLst>
      <p:ext uri="{BB962C8B-B14F-4D97-AF65-F5344CB8AC3E}">
        <p14:creationId xmlns:p14="http://schemas.microsoft.com/office/powerpoint/2010/main" val="2921988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6BD4-AE1D-4E3E-B726-13695E2750BF}"/>
              </a:ext>
            </a:extLst>
          </p:cNvPr>
          <p:cNvSpPr>
            <a:spLocks noGrp="1"/>
          </p:cNvSpPr>
          <p:nvPr>
            <p:ph type="title"/>
          </p:nvPr>
        </p:nvSpPr>
        <p:spPr/>
        <p:txBody>
          <a:bodyPr/>
          <a:lstStyle/>
          <a:p>
            <a:r>
              <a:rPr lang="en-US"/>
              <a:t>Click to edit Master title style</a:t>
            </a:r>
          </a:p>
        </p:txBody>
      </p:sp>
      <p:sp>
        <p:nvSpPr>
          <p:cNvPr id="6" name="Footer Placeholder 4">
            <a:extLst>
              <a:ext uri="{FF2B5EF4-FFF2-40B4-BE49-F238E27FC236}">
                <a16:creationId xmlns:a16="http://schemas.microsoft.com/office/drawing/2014/main" id="{553D60C4-D3B3-3ED9-7EEF-47507E86BA87}"/>
              </a:ext>
            </a:extLst>
          </p:cNvPr>
          <p:cNvSpPr>
            <a:spLocks noGrp="1"/>
          </p:cNvSpPr>
          <p:nvPr>
            <p:ph type="ftr" sz="quarter" idx="3"/>
          </p:nvPr>
        </p:nvSpPr>
        <p:spPr>
          <a:xfrm>
            <a:off x="7211568" y="6556248"/>
            <a:ext cx="4453128" cy="301752"/>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
        <p:nvSpPr>
          <p:cNvPr id="7" name="Slide Number Placeholder 5">
            <a:extLst>
              <a:ext uri="{FF2B5EF4-FFF2-40B4-BE49-F238E27FC236}">
                <a16:creationId xmlns:a16="http://schemas.microsoft.com/office/drawing/2014/main" id="{762489CD-39F3-F07C-1C9C-34BCE0C475FA}"/>
              </a:ext>
            </a:extLst>
          </p:cNvPr>
          <p:cNvSpPr>
            <a:spLocks noGrp="1"/>
          </p:cNvSpPr>
          <p:nvPr>
            <p:ph type="sldNum" sz="quarter" idx="4"/>
          </p:nvPr>
        </p:nvSpPr>
        <p:spPr>
          <a:xfrm>
            <a:off x="11710416" y="6556248"/>
            <a:ext cx="475488" cy="301752"/>
          </a:xfrm>
          <a:prstGeom prst="rect">
            <a:avLst/>
          </a:prstGeom>
        </p:spPr>
        <p:txBody>
          <a:bodyPr vert="horz" lIns="91440" tIns="45720" rIns="91440" bIns="45720" rtlCol="0" anchor="ctr"/>
          <a:lstStyle>
            <a:lvl1pPr algn="r">
              <a:defRPr sz="1200">
                <a:solidFill>
                  <a:schemeClr val="bg1"/>
                </a:solidFill>
              </a:defRPr>
            </a:lvl1pPr>
          </a:lstStyle>
          <a:p>
            <a:fld id="{80E8E832-D5BD-E340-9950-DA7B1292B12F}" type="slidenum">
              <a:rPr lang="en-US" smtClean="0"/>
              <a:t>‹#›</a:t>
            </a:fld>
            <a:endParaRPr lang="en-US"/>
          </a:p>
        </p:txBody>
      </p:sp>
    </p:spTree>
    <p:extLst>
      <p:ext uri="{BB962C8B-B14F-4D97-AF65-F5344CB8AC3E}">
        <p14:creationId xmlns:p14="http://schemas.microsoft.com/office/powerpoint/2010/main" val="2847478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58500EA-7436-8522-BD92-566B220EEDDB}"/>
              </a:ext>
            </a:extLst>
          </p:cNvPr>
          <p:cNvSpPr>
            <a:spLocks noGrp="1"/>
          </p:cNvSpPr>
          <p:nvPr>
            <p:ph type="ftr" sz="quarter" idx="3"/>
          </p:nvPr>
        </p:nvSpPr>
        <p:spPr>
          <a:xfrm>
            <a:off x="7211568" y="6556248"/>
            <a:ext cx="4453128" cy="301752"/>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91721492-02B3-1A1E-32E6-B8D5E6491262}"/>
              </a:ext>
            </a:extLst>
          </p:cNvPr>
          <p:cNvSpPr>
            <a:spLocks noGrp="1"/>
          </p:cNvSpPr>
          <p:nvPr>
            <p:ph type="sldNum" sz="quarter" idx="4"/>
          </p:nvPr>
        </p:nvSpPr>
        <p:spPr>
          <a:xfrm>
            <a:off x="11710416" y="6556248"/>
            <a:ext cx="475488" cy="301752"/>
          </a:xfrm>
          <a:prstGeom prst="rect">
            <a:avLst/>
          </a:prstGeom>
        </p:spPr>
        <p:txBody>
          <a:bodyPr vert="horz" lIns="91440" tIns="45720" rIns="91440" bIns="45720" rtlCol="0" anchor="ctr"/>
          <a:lstStyle>
            <a:lvl1pPr algn="r">
              <a:defRPr sz="1200">
                <a:solidFill>
                  <a:schemeClr val="bg1"/>
                </a:solidFill>
              </a:defRPr>
            </a:lvl1pPr>
          </a:lstStyle>
          <a:p>
            <a:fld id="{80E8E832-D5BD-E340-9950-DA7B1292B12F}" type="slidenum">
              <a:rPr lang="en-US" smtClean="0"/>
              <a:t>‹#›</a:t>
            </a:fld>
            <a:endParaRPr lang="en-US"/>
          </a:p>
        </p:txBody>
      </p:sp>
    </p:spTree>
    <p:extLst>
      <p:ext uri="{BB962C8B-B14F-4D97-AF65-F5344CB8AC3E}">
        <p14:creationId xmlns:p14="http://schemas.microsoft.com/office/powerpoint/2010/main" val="94030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ubsection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90EF-F161-A5A6-8B9B-E310569742FB}"/>
              </a:ext>
            </a:extLst>
          </p:cNvPr>
          <p:cNvSpPr>
            <a:spLocks noGrp="1"/>
          </p:cNvSpPr>
          <p:nvPr>
            <p:ph type="title"/>
          </p:nvPr>
        </p:nvSpPr>
        <p:spPr>
          <a:xfrm>
            <a:off x="0" y="2834640"/>
            <a:ext cx="12192000" cy="1188720"/>
          </a:xfrm>
          <a:solidFill>
            <a:srgbClr val="214E91"/>
          </a:solidFill>
        </p:spPr>
        <p:txBody>
          <a:bodyPr/>
          <a:lstStyle>
            <a:lvl1pPr algn="ctr">
              <a:defRPr>
                <a:solidFill>
                  <a:schemeClr val="bg1"/>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1572E6A6-AFCF-B54D-A803-D9181C6B3638}"/>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98E9F6A0-D860-BD9A-CA99-1A670F40A8C7}"/>
              </a:ext>
            </a:extLst>
          </p:cNvPr>
          <p:cNvSpPr>
            <a:spLocks noGrp="1"/>
          </p:cNvSpPr>
          <p:nvPr>
            <p:ph type="sldNum" sz="quarter" idx="11"/>
          </p:nvPr>
        </p:nvSpPr>
        <p:spPr/>
        <p:txBody>
          <a:bodyPr/>
          <a:lstStyle/>
          <a:p>
            <a:fld id="{80E8E832-D5BD-E340-9950-DA7B1292B12F}" type="slidenum">
              <a:rPr lang="en-US" smtClean="0"/>
              <a:t>‹#›</a:t>
            </a:fld>
            <a:endParaRPr lang="en-US"/>
          </a:p>
        </p:txBody>
      </p:sp>
    </p:spTree>
    <p:extLst>
      <p:ext uri="{BB962C8B-B14F-4D97-AF65-F5344CB8AC3E}">
        <p14:creationId xmlns:p14="http://schemas.microsoft.com/office/powerpoint/2010/main" val="3685985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8814690-C463-992C-7777-964860E388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0518" y="4362398"/>
            <a:ext cx="2270960" cy="1377886"/>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958BA695-883B-9891-6D63-3B2DF983FF2E}"/>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63F3D2DE-58E6-F6A0-1C3D-366AC2AB7998}"/>
              </a:ext>
            </a:extLst>
          </p:cNvPr>
          <p:cNvSpPr>
            <a:spLocks noGrp="1"/>
          </p:cNvSpPr>
          <p:nvPr>
            <p:ph type="sldNum" sz="quarter" idx="11"/>
          </p:nvPr>
        </p:nvSpPr>
        <p:spPr/>
        <p:txBody>
          <a:bodyPr/>
          <a:lstStyle/>
          <a:p>
            <a:fld id="{80E8E832-D5BD-E340-9950-DA7B1292B12F}" type="slidenum">
              <a:rPr lang="en-US" smtClean="0"/>
              <a:pPr/>
              <a:t>‹#›</a:t>
            </a:fld>
            <a:endParaRPr lang="en-US"/>
          </a:p>
        </p:txBody>
      </p:sp>
      <p:sp>
        <p:nvSpPr>
          <p:cNvPr id="6" name="TextBox 5">
            <a:extLst>
              <a:ext uri="{FF2B5EF4-FFF2-40B4-BE49-F238E27FC236}">
                <a16:creationId xmlns:a16="http://schemas.microsoft.com/office/drawing/2014/main" id="{33663B2C-419D-66CC-E548-5A9697EE227D}"/>
              </a:ext>
            </a:extLst>
          </p:cNvPr>
          <p:cNvSpPr txBox="1"/>
          <p:nvPr/>
        </p:nvSpPr>
        <p:spPr>
          <a:xfrm>
            <a:off x="838199" y="689540"/>
            <a:ext cx="10515599" cy="769441"/>
          </a:xfrm>
          <a:prstGeom prst="rect">
            <a:avLst/>
          </a:prstGeom>
          <a:noFill/>
        </p:spPr>
        <p:txBody>
          <a:bodyPr wrap="square" rtlCol="0">
            <a:spAutoFit/>
          </a:bodyPr>
          <a:lstStyle/>
          <a:p>
            <a:pPr algn="l"/>
            <a:r>
              <a:rPr lang="en-US" sz="4400" dirty="0">
                <a:latin typeface="+mj-lt"/>
              </a:rPr>
              <a:t>Thank you</a:t>
            </a:r>
          </a:p>
        </p:txBody>
      </p:sp>
      <p:sp>
        <p:nvSpPr>
          <p:cNvPr id="7" name="TextBox 6">
            <a:extLst>
              <a:ext uri="{FF2B5EF4-FFF2-40B4-BE49-F238E27FC236}">
                <a16:creationId xmlns:a16="http://schemas.microsoft.com/office/drawing/2014/main" id="{D85565B3-A9F0-04D6-79E5-1463623FB738}"/>
              </a:ext>
            </a:extLst>
          </p:cNvPr>
          <p:cNvSpPr txBox="1"/>
          <p:nvPr/>
        </p:nvSpPr>
        <p:spPr>
          <a:xfrm>
            <a:off x="4680353" y="1477679"/>
            <a:ext cx="3018776" cy="523220"/>
          </a:xfrm>
          <a:prstGeom prst="rect">
            <a:avLst/>
          </a:prstGeom>
          <a:noFill/>
        </p:spPr>
        <p:txBody>
          <a:bodyPr wrap="none" rtlCol="0">
            <a:spAutoFit/>
          </a:bodyPr>
          <a:lstStyle/>
          <a:p>
            <a:pPr algn="ctr"/>
            <a:r>
              <a:rPr lang="en-US" sz="2800" b="1" dirty="0">
                <a:latin typeface="+mn-lt"/>
              </a:rPr>
              <a:t>Points of Contact</a:t>
            </a:r>
          </a:p>
        </p:txBody>
      </p:sp>
      <p:sp>
        <p:nvSpPr>
          <p:cNvPr id="8" name="TextBox 7">
            <a:extLst>
              <a:ext uri="{FF2B5EF4-FFF2-40B4-BE49-F238E27FC236}">
                <a16:creationId xmlns:a16="http://schemas.microsoft.com/office/drawing/2014/main" id="{66A49F2E-2E67-A1E7-DC42-583D8D31C6DE}"/>
              </a:ext>
            </a:extLst>
          </p:cNvPr>
          <p:cNvSpPr txBox="1"/>
          <p:nvPr/>
        </p:nvSpPr>
        <p:spPr>
          <a:xfrm>
            <a:off x="838199" y="2250222"/>
            <a:ext cx="4857030" cy="1384995"/>
          </a:xfrm>
          <a:prstGeom prst="rect">
            <a:avLst/>
          </a:prstGeom>
          <a:noFill/>
        </p:spPr>
        <p:txBody>
          <a:bodyPr wrap="square" rtlCol="0">
            <a:spAutoFit/>
          </a:bodyPr>
          <a:lstStyle/>
          <a:p>
            <a:pPr algn="ctr"/>
            <a:r>
              <a:rPr lang="en-US" sz="2800" b="0" dirty="0">
                <a:latin typeface="+mn-lt"/>
              </a:rPr>
              <a:t>Mark L. Franz, Ph.D.</a:t>
            </a:r>
          </a:p>
          <a:p>
            <a:pPr algn="ctr"/>
            <a:r>
              <a:rPr lang="en-US" sz="2800" b="0" dirty="0">
                <a:latin typeface="+mn-lt"/>
              </a:rPr>
              <a:t>Lead Transportation Analyst</a:t>
            </a:r>
          </a:p>
          <a:p>
            <a:pPr algn="ctr"/>
            <a:r>
              <a:rPr lang="en-US" sz="2800" b="0" dirty="0">
                <a:solidFill>
                  <a:schemeClr val="tx1"/>
                </a:solidFill>
                <a:latin typeface="+mn-lt"/>
                <a:hlinkClick r:id="rId3">
                  <a:extLst>
                    <a:ext uri="{A12FA001-AC4F-418D-AE19-62706E023703}">
                      <ahyp:hlinkClr xmlns:ahyp="http://schemas.microsoft.com/office/drawing/2018/hyperlinkcolor" val="tx"/>
                    </a:ext>
                  </a:extLst>
                </a:hlinkClick>
              </a:rPr>
              <a:t>mfranz1@umd.edu</a:t>
            </a:r>
            <a:endParaRPr lang="en-US" sz="2800" b="0" dirty="0">
              <a:solidFill>
                <a:schemeClr val="tx1"/>
              </a:solidFill>
              <a:latin typeface="+mn-lt"/>
            </a:endParaRPr>
          </a:p>
        </p:txBody>
      </p:sp>
      <p:sp>
        <p:nvSpPr>
          <p:cNvPr id="11" name="Text Placeholder 10">
            <a:extLst>
              <a:ext uri="{FF2B5EF4-FFF2-40B4-BE49-F238E27FC236}">
                <a16:creationId xmlns:a16="http://schemas.microsoft.com/office/drawing/2014/main" id="{5EABFB6F-3075-8324-BFDE-D46EEC8DDD7B}"/>
              </a:ext>
            </a:extLst>
          </p:cNvPr>
          <p:cNvSpPr>
            <a:spLocks noGrp="1"/>
          </p:cNvSpPr>
          <p:nvPr>
            <p:ph type="body" sz="quarter" idx="12" hasCustomPrompt="1"/>
          </p:nvPr>
        </p:nvSpPr>
        <p:spPr>
          <a:xfrm>
            <a:off x="6496773" y="2250222"/>
            <a:ext cx="4857030" cy="1384995"/>
          </a:xfrm>
        </p:spPr>
        <p:txBody>
          <a:bodyPr/>
          <a:lstStyle>
            <a:lvl1pPr marL="0" indent="0" algn="ctr">
              <a:spcBef>
                <a:spcPts val="0"/>
              </a:spcBef>
              <a:buNone/>
              <a:defRPr/>
            </a:lvl1pPr>
          </a:lstStyle>
          <a:p>
            <a:pPr lvl="0"/>
            <a:r>
              <a:rPr lang="en-US" dirty="0"/>
              <a:t>Other point of contact</a:t>
            </a:r>
          </a:p>
        </p:txBody>
      </p:sp>
    </p:spTree>
    <p:extLst>
      <p:ext uri="{BB962C8B-B14F-4D97-AF65-F5344CB8AC3E}">
        <p14:creationId xmlns:p14="http://schemas.microsoft.com/office/powerpoint/2010/main" val="322955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0" name="Google Shape;16;p24">
            <a:extLst>
              <a:ext uri="{FF2B5EF4-FFF2-40B4-BE49-F238E27FC236}">
                <a16:creationId xmlns:a16="http://schemas.microsoft.com/office/drawing/2014/main" id="{FB1CEDC5-23D2-E19C-DECE-D54F40E3510B}"/>
              </a:ext>
            </a:extLst>
          </p:cNvPr>
          <p:cNvGrpSpPr/>
          <p:nvPr/>
        </p:nvGrpSpPr>
        <p:grpSpPr>
          <a:xfrm rot="10800000">
            <a:off x="7075385" y="6556248"/>
            <a:ext cx="5116615" cy="301752"/>
            <a:chOff x="0" y="0"/>
            <a:chExt cx="4472386" cy="2130950"/>
          </a:xfrm>
          <a:solidFill>
            <a:srgbClr val="214E91"/>
          </a:solidFill>
        </p:grpSpPr>
        <p:sp>
          <p:nvSpPr>
            <p:cNvPr id="11" name="Google Shape;17;p24">
              <a:extLst>
                <a:ext uri="{FF2B5EF4-FFF2-40B4-BE49-F238E27FC236}">
                  <a16:creationId xmlns:a16="http://schemas.microsoft.com/office/drawing/2014/main" id="{F3691650-4283-8ACB-2CE4-BE2AEB32B22D}"/>
                </a:ext>
              </a:extLst>
            </p:cNvPr>
            <p:cNvSpPr/>
            <p:nvPr/>
          </p:nvSpPr>
          <p:spPr>
            <a:xfrm>
              <a:off x="663974" y="0"/>
              <a:ext cx="3808412" cy="2130950"/>
            </a:xfrm>
            <a:prstGeom prst="parallelogram">
              <a:avLst>
                <a:gd name="adj" fmla="val 44667"/>
              </a:avLst>
            </a:prstGeom>
            <a:gr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n-lt"/>
                <a:ea typeface="Calibri"/>
                <a:cs typeface="Calibri"/>
                <a:sym typeface="Calibri"/>
              </a:endParaRPr>
            </a:p>
          </p:txBody>
        </p:sp>
        <p:sp>
          <p:nvSpPr>
            <p:cNvPr id="12" name="Google Shape;18;p24">
              <a:extLst>
                <a:ext uri="{FF2B5EF4-FFF2-40B4-BE49-F238E27FC236}">
                  <a16:creationId xmlns:a16="http://schemas.microsoft.com/office/drawing/2014/main" id="{39FDEBF8-FF0A-F467-BE34-C6B931F7455E}"/>
                </a:ext>
              </a:extLst>
            </p:cNvPr>
            <p:cNvSpPr/>
            <p:nvPr/>
          </p:nvSpPr>
          <p:spPr>
            <a:xfrm>
              <a:off x="0" y="0"/>
              <a:ext cx="3275012" cy="2130950"/>
            </a:xfrm>
            <a:prstGeom prst="parallelogram">
              <a:avLst>
                <a:gd name="adj" fmla="val 0"/>
              </a:avLst>
            </a:prstGeom>
            <a:gr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n-lt"/>
                <a:ea typeface="Calibri"/>
                <a:cs typeface="Calibri"/>
                <a:sym typeface="Calibri"/>
              </a:endParaRPr>
            </a:p>
          </p:txBody>
        </p:sp>
      </p:grpSp>
      <p:sp>
        <p:nvSpPr>
          <p:cNvPr id="2" name="Title Placeholder 1">
            <a:extLst>
              <a:ext uri="{FF2B5EF4-FFF2-40B4-BE49-F238E27FC236}">
                <a16:creationId xmlns:a16="http://schemas.microsoft.com/office/drawing/2014/main" id="{6E8251B3-7445-1E94-342E-14EC4A5B1660}"/>
              </a:ext>
            </a:extLst>
          </p:cNvPr>
          <p:cNvSpPr>
            <a:spLocks noGrp="1"/>
          </p:cNvSpPr>
          <p:nvPr>
            <p:ph type="title"/>
          </p:nvPr>
        </p:nvSpPr>
        <p:spPr>
          <a:xfrm>
            <a:off x="838200" y="41148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7A54A0-655C-0641-9942-CA52BE4EFB7B}"/>
              </a:ext>
            </a:extLst>
          </p:cNvPr>
          <p:cNvSpPr>
            <a:spLocks noGrp="1"/>
          </p:cNvSpPr>
          <p:nvPr>
            <p:ph type="body" idx="1"/>
          </p:nvPr>
        </p:nvSpPr>
        <p:spPr>
          <a:xfrm>
            <a:off x="838200" y="187452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9846C79-53D1-49AF-8070-4BBEA345901D}"/>
              </a:ext>
            </a:extLst>
          </p:cNvPr>
          <p:cNvSpPr>
            <a:spLocks noGrp="1"/>
          </p:cNvSpPr>
          <p:nvPr>
            <p:ph type="ftr" sz="quarter" idx="3"/>
          </p:nvPr>
        </p:nvSpPr>
        <p:spPr>
          <a:xfrm>
            <a:off x="7211568" y="6556248"/>
            <a:ext cx="4453128" cy="301752"/>
          </a:xfrm>
          <a:prstGeom prst="rect">
            <a:avLst/>
          </a:prstGeom>
        </p:spPr>
        <p:txBody>
          <a:bodyPr vert="horz" lIns="91440" tIns="45720" rIns="91440" bIns="45720" rtlCol="0" anchor="ctr"/>
          <a:lstStyle>
            <a:lvl1pPr algn="ctr">
              <a:defRPr sz="1200">
                <a:solidFill>
                  <a:schemeClr val="bg1"/>
                </a:solidFill>
                <a:latin typeface="+mn-lt"/>
              </a:defRPr>
            </a:lvl1pPr>
          </a:lstStyle>
          <a:p>
            <a:endParaRPr lang="en-US" dirty="0"/>
          </a:p>
        </p:txBody>
      </p:sp>
      <p:sp>
        <p:nvSpPr>
          <p:cNvPr id="6" name="Slide Number Placeholder 5">
            <a:extLst>
              <a:ext uri="{FF2B5EF4-FFF2-40B4-BE49-F238E27FC236}">
                <a16:creationId xmlns:a16="http://schemas.microsoft.com/office/drawing/2014/main" id="{E689881E-C387-E372-CAD1-E592EA0F894A}"/>
              </a:ext>
            </a:extLst>
          </p:cNvPr>
          <p:cNvSpPr>
            <a:spLocks noGrp="1"/>
          </p:cNvSpPr>
          <p:nvPr>
            <p:ph type="sldNum" sz="quarter" idx="4"/>
          </p:nvPr>
        </p:nvSpPr>
        <p:spPr>
          <a:xfrm>
            <a:off x="11710416" y="6556248"/>
            <a:ext cx="475488" cy="301752"/>
          </a:xfrm>
          <a:prstGeom prst="rect">
            <a:avLst/>
          </a:prstGeom>
        </p:spPr>
        <p:txBody>
          <a:bodyPr vert="horz" lIns="91440" tIns="45720" rIns="91440" bIns="45720" rtlCol="0" anchor="ctr"/>
          <a:lstStyle>
            <a:lvl1pPr algn="r">
              <a:defRPr sz="1200">
                <a:solidFill>
                  <a:schemeClr val="bg1"/>
                </a:solidFill>
                <a:latin typeface="+mn-lt"/>
              </a:defRPr>
            </a:lvl1pPr>
          </a:lstStyle>
          <a:p>
            <a:fld id="{80E8E832-D5BD-E340-9950-DA7B1292B12F}" type="slidenum">
              <a:rPr lang="en-US" smtClean="0"/>
              <a:pPr/>
              <a:t>‹#›</a:t>
            </a:fld>
            <a:endParaRPr lang="en-US"/>
          </a:p>
        </p:txBody>
      </p:sp>
      <p:grpSp>
        <p:nvGrpSpPr>
          <p:cNvPr id="7" name="Google Shape;13;p24">
            <a:extLst>
              <a:ext uri="{FF2B5EF4-FFF2-40B4-BE49-F238E27FC236}">
                <a16:creationId xmlns:a16="http://schemas.microsoft.com/office/drawing/2014/main" id="{1E9CCD8C-68C5-13AA-D116-CD34E0377588}"/>
              </a:ext>
            </a:extLst>
          </p:cNvPr>
          <p:cNvGrpSpPr/>
          <p:nvPr/>
        </p:nvGrpSpPr>
        <p:grpSpPr>
          <a:xfrm>
            <a:off x="1588" y="0"/>
            <a:ext cx="4472386" cy="304800"/>
            <a:chOff x="0" y="0"/>
            <a:chExt cx="4472386" cy="2130950"/>
          </a:xfrm>
          <a:solidFill>
            <a:srgbClr val="214E91"/>
          </a:solidFill>
        </p:grpSpPr>
        <p:sp>
          <p:nvSpPr>
            <p:cNvPr id="8" name="Google Shape;14;p24">
              <a:extLst>
                <a:ext uri="{FF2B5EF4-FFF2-40B4-BE49-F238E27FC236}">
                  <a16:creationId xmlns:a16="http://schemas.microsoft.com/office/drawing/2014/main" id="{F6A0128D-17D8-0016-AFB2-C55E3D2DA156}"/>
                </a:ext>
              </a:extLst>
            </p:cNvPr>
            <p:cNvSpPr/>
            <p:nvPr/>
          </p:nvSpPr>
          <p:spPr>
            <a:xfrm>
              <a:off x="663974" y="0"/>
              <a:ext cx="3808412" cy="2130950"/>
            </a:xfrm>
            <a:prstGeom prst="parallelogram">
              <a:avLst>
                <a:gd name="adj" fmla="val 44667"/>
              </a:avLst>
            </a:prstGeom>
            <a:gr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15;p24">
              <a:extLst>
                <a:ext uri="{FF2B5EF4-FFF2-40B4-BE49-F238E27FC236}">
                  <a16:creationId xmlns:a16="http://schemas.microsoft.com/office/drawing/2014/main" id="{85D174EC-04B4-93D3-35E6-2847B86BF1A5}"/>
                </a:ext>
              </a:extLst>
            </p:cNvPr>
            <p:cNvSpPr/>
            <p:nvPr/>
          </p:nvSpPr>
          <p:spPr>
            <a:xfrm>
              <a:off x="0" y="0"/>
              <a:ext cx="3275012" cy="2130950"/>
            </a:xfrm>
            <a:prstGeom prst="parallelogram">
              <a:avLst>
                <a:gd name="adj" fmla="val 0"/>
              </a:avLst>
            </a:prstGeom>
            <a:gr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03217348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hf hd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1D358-71F7-95A7-DB78-E0C29850850B}"/>
              </a:ext>
            </a:extLst>
          </p:cNvPr>
          <p:cNvSpPr>
            <a:spLocks noGrp="1"/>
          </p:cNvSpPr>
          <p:nvPr>
            <p:ph type="ctrTitle"/>
          </p:nvPr>
        </p:nvSpPr>
        <p:spPr/>
        <p:txBody>
          <a:bodyPr/>
          <a:lstStyle/>
          <a:p>
            <a:r>
              <a:rPr lang="en-US" dirty="0"/>
              <a:t>Truck Parking</a:t>
            </a:r>
          </a:p>
        </p:txBody>
      </p:sp>
      <p:sp>
        <p:nvSpPr>
          <p:cNvPr id="3" name="Subtitle 2">
            <a:extLst>
              <a:ext uri="{FF2B5EF4-FFF2-40B4-BE49-F238E27FC236}">
                <a16:creationId xmlns:a16="http://schemas.microsoft.com/office/drawing/2014/main" id="{EDC1F75E-CC9F-076A-3749-58DDCF10AA2A}"/>
              </a:ext>
            </a:extLst>
          </p:cNvPr>
          <p:cNvSpPr>
            <a:spLocks noGrp="1"/>
          </p:cNvSpPr>
          <p:nvPr>
            <p:ph type="subTitle" idx="1"/>
          </p:nvPr>
        </p:nvSpPr>
        <p:spPr/>
        <p:txBody>
          <a:bodyPr/>
          <a:lstStyle/>
          <a:p>
            <a:r>
              <a:rPr lang="en-US" dirty="0"/>
              <a:t>Ian </a:t>
            </a:r>
            <a:r>
              <a:rPr lang="en-US" dirty="0" err="1"/>
              <a:t>Delannes</a:t>
            </a:r>
            <a:r>
              <a:rPr lang="en-US" dirty="0"/>
              <a:t>-Molka</a:t>
            </a:r>
          </a:p>
        </p:txBody>
      </p:sp>
      <p:sp>
        <p:nvSpPr>
          <p:cNvPr id="4" name="Text Placeholder 3">
            <a:extLst>
              <a:ext uri="{FF2B5EF4-FFF2-40B4-BE49-F238E27FC236}">
                <a16:creationId xmlns:a16="http://schemas.microsoft.com/office/drawing/2014/main" id="{5371E5E7-6873-E484-C22C-D54E736C0743}"/>
              </a:ext>
            </a:extLst>
          </p:cNvPr>
          <p:cNvSpPr>
            <a:spLocks noGrp="1"/>
          </p:cNvSpPr>
          <p:nvPr>
            <p:ph type="body" sz="quarter" idx="10"/>
          </p:nvPr>
        </p:nvSpPr>
        <p:spPr/>
        <p:txBody>
          <a:bodyPr>
            <a:normAutofit lnSpcReduction="10000"/>
          </a:bodyPr>
          <a:lstStyle/>
          <a:p>
            <a:r>
              <a:rPr lang="en-US" dirty="0"/>
              <a:t>DS-701</a:t>
            </a:r>
          </a:p>
        </p:txBody>
      </p:sp>
      <p:sp>
        <p:nvSpPr>
          <p:cNvPr id="5" name="Text Placeholder 4">
            <a:extLst>
              <a:ext uri="{FF2B5EF4-FFF2-40B4-BE49-F238E27FC236}">
                <a16:creationId xmlns:a16="http://schemas.microsoft.com/office/drawing/2014/main" id="{F9901D9E-9731-5881-4279-3EA1CCD5540D}"/>
              </a:ext>
            </a:extLst>
          </p:cNvPr>
          <p:cNvSpPr>
            <a:spLocks noGrp="1"/>
          </p:cNvSpPr>
          <p:nvPr>
            <p:ph type="body" sz="quarter" idx="11"/>
          </p:nvPr>
        </p:nvSpPr>
        <p:spPr/>
        <p:txBody>
          <a:bodyPr>
            <a:normAutofit lnSpcReduction="10000"/>
          </a:bodyPr>
          <a:lstStyle/>
          <a:p>
            <a:r>
              <a:rPr lang="en-US" dirty="0"/>
              <a:t>MSP Dataset</a:t>
            </a:r>
          </a:p>
        </p:txBody>
      </p:sp>
    </p:spTree>
    <p:extLst>
      <p:ext uri="{BB962C8B-B14F-4D97-AF65-F5344CB8AC3E}">
        <p14:creationId xmlns:p14="http://schemas.microsoft.com/office/powerpoint/2010/main" val="1074527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132E-E826-4328-2866-8FC6316909C1}"/>
              </a:ext>
            </a:extLst>
          </p:cNvPr>
          <p:cNvSpPr>
            <a:spLocks noGrp="1"/>
          </p:cNvSpPr>
          <p:nvPr>
            <p:ph type="title"/>
          </p:nvPr>
        </p:nvSpPr>
        <p:spPr/>
        <p:txBody>
          <a:bodyPr/>
          <a:lstStyle/>
          <a:p>
            <a:r>
              <a:rPr lang="en-US" dirty="0"/>
              <a:t>Goal</a:t>
            </a:r>
          </a:p>
        </p:txBody>
      </p:sp>
      <p:sp>
        <p:nvSpPr>
          <p:cNvPr id="3" name="Content Placeholder 2">
            <a:extLst>
              <a:ext uri="{FF2B5EF4-FFF2-40B4-BE49-F238E27FC236}">
                <a16:creationId xmlns:a16="http://schemas.microsoft.com/office/drawing/2014/main" id="{D17F1DF7-BB60-9BE2-4386-A3FE7A1CA16A}"/>
              </a:ext>
            </a:extLst>
          </p:cNvPr>
          <p:cNvSpPr>
            <a:spLocks noGrp="1"/>
          </p:cNvSpPr>
          <p:nvPr>
            <p:ph idx="1"/>
          </p:nvPr>
        </p:nvSpPr>
        <p:spPr/>
        <p:txBody>
          <a:bodyPr>
            <a:normAutofit fontScale="92500" lnSpcReduction="20000"/>
          </a:bodyPr>
          <a:lstStyle/>
          <a:p>
            <a:pPr lvl="0"/>
            <a:r>
              <a:rPr lang="en-US" dirty="0"/>
              <a:t>Identify risky zones where truck parking occurs along main roadways</a:t>
            </a:r>
          </a:p>
          <a:p>
            <a:pPr lvl="0"/>
            <a:endParaRPr lang="en-US" dirty="0"/>
          </a:p>
          <a:p>
            <a:pPr marL="0" lvl="0" indent="0">
              <a:buNone/>
            </a:pPr>
            <a:r>
              <a:rPr lang="en-US" dirty="0"/>
              <a:t>HOW:</a:t>
            </a:r>
          </a:p>
          <a:p>
            <a:pPr lvl="0"/>
            <a:r>
              <a:rPr lang="en-US" dirty="0"/>
              <a:t>Identify CMV related crashes in MSP data</a:t>
            </a:r>
          </a:p>
          <a:p>
            <a:pPr lvl="0"/>
            <a:r>
              <a:rPr lang="en-US" dirty="0"/>
              <a:t>Use distance-based spatial matching for direction validation</a:t>
            </a:r>
          </a:p>
          <a:p>
            <a:pPr lvl="0"/>
            <a:r>
              <a:rPr lang="en-US" dirty="0"/>
              <a:t>Find risky zones around truck parking lots by using crash rates</a:t>
            </a:r>
          </a:p>
          <a:p>
            <a:pPr lvl="0"/>
            <a:r>
              <a:rPr lang="en-US" dirty="0"/>
              <a:t>Utilize three datasets:</a:t>
            </a:r>
          </a:p>
          <a:p>
            <a:pPr lvl="1"/>
            <a:r>
              <a:rPr lang="en-US" b="1" dirty="0"/>
              <a:t>Maryland State Police Crash data</a:t>
            </a:r>
            <a:endParaRPr lang="en-US" dirty="0"/>
          </a:p>
          <a:p>
            <a:pPr lvl="1"/>
            <a:r>
              <a:rPr lang="en-US" b="1" dirty="0"/>
              <a:t>Maryland TMC 2023 data</a:t>
            </a:r>
          </a:p>
          <a:p>
            <a:pPr lvl="1"/>
            <a:r>
              <a:rPr lang="en-US" b="1" dirty="0"/>
              <a:t>MD Truck parking data</a:t>
            </a:r>
            <a:endParaRPr lang="en-US" dirty="0"/>
          </a:p>
        </p:txBody>
      </p:sp>
      <p:sp>
        <p:nvSpPr>
          <p:cNvPr id="4" name="Footer Placeholder 3">
            <a:extLst>
              <a:ext uri="{FF2B5EF4-FFF2-40B4-BE49-F238E27FC236}">
                <a16:creationId xmlns:a16="http://schemas.microsoft.com/office/drawing/2014/main" id="{3ABA1F16-A2B6-569E-27C0-0A8F9F324CC1}"/>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B2E13F61-2547-4254-2371-36182031B46D}"/>
              </a:ext>
            </a:extLst>
          </p:cNvPr>
          <p:cNvSpPr>
            <a:spLocks noGrp="1"/>
          </p:cNvSpPr>
          <p:nvPr>
            <p:ph type="sldNum" sz="quarter" idx="4"/>
          </p:nvPr>
        </p:nvSpPr>
        <p:spPr/>
        <p:txBody>
          <a:bodyPr/>
          <a:lstStyle/>
          <a:p>
            <a:fld id="{80E8E832-D5BD-E340-9950-DA7B1292B12F}" type="slidenum">
              <a:rPr lang="en-US" smtClean="0"/>
              <a:t>2</a:t>
            </a:fld>
            <a:endParaRPr lang="en-US"/>
          </a:p>
        </p:txBody>
      </p:sp>
    </p:spTree>
    <p:extLst>
      <p:ext uri="{BB962C8B-B14F-4D97-AF65-F5344CB8AC3E}">
        <p14:creationId xmlns:p14="http://schemas.microsoft.com/office/powerpoint/2010/main" val="2446625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E4733-3479-3CB8-C8DC-233284CCF2F3}"/>
              </a:ext>
            </a:extLst>
          </p:cNvPr>
          <p:cNvSpPr>
            <a:spLocks noGrp="1"/>
          </p:cNvSpPr>
          <p:nvPr>
            <p:ph type="title"/>
          </p:nvPr>
        </p:nvSpPr>
        <p:spPr/>
        <p:txBody>
          <a:bodyPr/>
          <a:lstStyle/>
          <a:p>
            <a:r>
              <a:rPr lang="en-US" dirty="0"/>
              <a:t>CMV</a:t>
            </a:r>
          </a:p>
        </p:txBody>
      </p:sp>
      <p:sp>
        <p:nvSpPr>
          <p:cNvPr id="3" name="Content Placeholder 2">
            <a:extLst>
              <a:ext uri="{FF2B5EF4-FFF2-40B4-BE49-F238E27FC236}">
                <a16:creationId xmlns:a16="http://schemas.microsoft.com/office/drawing/2014/main" id="{723588FB-837A-7CC4-6277-764EB933823E}"/>
              </a:ext>
            </a:extLst>
          </p:cNvPr>
          <p:cNvSpPr>
            <a:spLocks noGrp="1"/>
          </p:cNvSpPr>
          <p:nvPr>
            <p:ph idx="1"/>
          </p:nvPr>
        </p:nvSpPr>
        <p:spPr/>
        <p:txBody>
          <a:bodyPr>
            <a:normAutofit/>
          </a:bodyPr>
          <a:lstStyle/>
          <a:p>
            <a:r>
              <a:rPr lang="en-US" dirty="0"/>
              <a:t>Used scoring logic to identify potential cmv matches</a:t>
            </a:r>
          </a:p>
          <a:p>
            <a:pPr marL="0" indent="0">
              <a:buNone/>
            </a:pPr>
            <a:r>
              <a:rPr lang="en-US" dirty="0"/>
              <a:t>    </a:t>
            </a:r>
            <a:r>
              <a:rPr lang="en-US" dirty="0" err="1"/>
              <a:t>df</a:t>
            </a:r>
            <a:r>
              <a:rPr lang="en-US" dirty="0"/>
              <a:t>['</a:t>
            </a:r>
            <a:r>
              <a:rPr lang="en-US" dirty="0" err="1"/>
              <a:t>cmv_score</a:t>
            </a:r>
            <a:r>
              <a:rPr lang="en-US" dirty="0"/>
              <a:t>'] = (</a:t>
            </a:r>
          </a:p>
          <a:p>
            <a:pPr marL="0" indent="0">
              <a:buNone/>
            </a:pPr>
            <a:r>
              <a:rPr lang="en-US" dirty="0"/>
              <a:t>    </a:t>
            </a:r>
            <a:r>
              <a:rPr lang="en-US" dirty="0" err="1">
                <a:highlight>
                  <a:srgbClr val="FFFF00"/>
                </a:highlight>
              </a:rPr>
              <a:t>df</a:t>
            </a:r>
            <a:r>
              <a:rPr lang="en-US" dirty="0">
                <a:highlight>
                  <a:srgbClr val="FFFF00"/>
                </a:highlight>
              </a:rPr>
              <a:t>['</a:t>
            </a:r>
            <a:r>
              <a:rPr lang="en-US" dirty="0" err="1">
                <a:highlight>
                  <a:srgbClr val="FFFF00"/>
                </a:highlight>
              </a:rPr>
              <a:t>vehicle_type_cmv</a:t>
            </a:r>
            <a:r>
              <a:rPr lang="en-US" dirty="0">
                <a:highlight>
                  <a:srgbClr val="FFFF00"/>
                </a:highlight>
              </a:rPr>
              <a:t>'] * 10 +</a:t>
            </a:r>
          </a:p>
          <a:p>
            <a:pPr marL="0" indent="0">
              <a:buNone/>
            </a:pPr>
            <a:r>
              <a:rPr lang="en-US" dirty="0"/>
              <a:t>    </a:t>
            </a:r>
            <a:r>
              <a:rPr lang="en-US" dirty="0" err="1"/>
              <a:t>df</a:t>
            </a:r>
            <a:r>
              <a:rPr lang="en-US" dirty="0"/>
              <a:t>['</a:t>
            </a:r>
            <a:r>
              <a:rPr lang="en-US" dirty="0" err="1"/>
              <a:t>harmful_event_cmv_flag</a:t>
            </a:r>
            <a:r>
              <a:rPr lang="en-US" dirty="0"/>
              <a:t>'] * 10 +</a:t>
            </a:r>
          </a:p>
          <a:p>
            <a:pPr marL="0" indent="0">
              <a:buNone/>
            </a:pPr>
            <a:r>
              <a:rPr lang="en-US" dirty="0"/>
              <a:t>    </a:t>
            </a:r>
            <a:r>
              <a:rPr lang="en-US" dirty="0" err="1"/>
              <a:t>df</a:t>
            </a:r>
            <a:r>
              <a:rPr lang="en-US" dirty="0"/>
              <a:t>['</a:t>
            </a:r>
            <a:r>
              <a:rPr lang="en-US" dirty="0" err="1"/>
              <a:t>nlp_cmv_match</a:t>
            </a:r>
            <a:r>
              <a:rPr lang="en-US" dirty="0"/>
              <a:t>'] * 3 +</a:t>
            </a:r>
          </a:p>
          <a:p>
            <a:pPr marL="0" indent="0">
              <a:buNone/>
            </a:pPr>
            <a:r>
              <a:rPr lang="en-US" dirty="0"/>
              <a:t>    </a:t>
            </a:r>
            <a:r>
              <a:rPr lang="en-US" dirty="0" err="1"/>
              <a:t>df</a:t>
            </a:r>
            <a:r>
              <a:rPr lang="en-US" dirty="0"/>
              <a:t>['</a:t>
            </a:r>
            <a:r>
              <a:rPr lang="en-US" dirty="0" err="1"/>
              <a:t>vehicle_make_model_cmv</a:t>
            </a:r>
            <a:r>
              <a:rPr lang="en-US" dirty="0"/>
              <a:t>'] * 8)</a:t>
            </a:r>
          </a:p>
          <a:p>
            <a:r>
              <a:rPr lang="en-US" dirty="0"/>
              <a:t>&gt;=10 means CMV Involved</a:t>
            </a:r>
          </a:p>
          <a:p>
            <a:endParaRPr lang="en-US" dirty="0"/>
          </a:p>
        </p:txBody>
      </p:sp>
      <p:sp>
        <p:nvSpPr>
          <p:cNvPr id="4" name="Footer Placeholder 3">
            <a:extLst>
              <a:ext uri="{FF2B5EF4-FFF2-40B4-BE49-F238E27FC236}">
                <a16:creationId xmlns:a16="http://schemas.microsoft.com/office/drawing/2014/main" id="{19340AB5-3C63-F6D4-06E6-E69268D8489F}"/>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67506AC5-4551-798F-2A13-ECB42CFC2202}"/>
              </a:ext>
            </a:extLst>
          </p:cNvPr>
          <p:cNvSpPr>
            <a:spLocks noGrp="1"/>
          </p:cNvSpPr>
          <p:nvPr>
            <p:ph type="sldNum" sz="quarter" idx="4"/>
          </p:nvPr>
        </p:nvSpPr>
        <p:spPr/>
        <p:txBody>
          <a:bodyPr/>
          <a:lstStyle/>
          <a:p>
            <a:fld id="{80E8E832-D5BD-E340-9950-DA7B1292B12F}" type="slidenum">
              <a:rPr lang="en-US" smtClean="0"/>
              <a:t>3</a:t>
            </a:fld>
            <a:endParaRPr lang="en-US"/>
          </a:p>
        </p:txBody>
      </p:sp>
      <p:pic>
        <p:nvPicPr>
          <p:cNvPr id="7" name="Picture 6">
            <a:extLst>
              <a:ext uri="{FF2B5EF4-FFF2-40B4-BE49-F238E27FC236}">
                <a16:creationId xmlns:a16="http://schemas.microsoft.com/office/drawing/2014/main" id="{6AB5507F-7160-E7CF-994C-540E95683516}"/>
              </a:ext>
            </a:extLst>
          </p:cNvPr>
          <p:cNvPicPr>
            <a:picLocks noChangeAspect="1"/>
          </p:cNvPicPr>
          <p:nvPr/>
        </p:nvPicPr>
        <p:blipFill>
          <a:blip r:embed="rId2"/>
          <a:stretch>
            <a:fillRect/>
          </a:stretch>
        </p:blipFill>
        <p:spPr>
          <a:xfrm>
            <a:off x="6861302" y="130585"/>
            <a:ext cx="5166360" cy="1775685"/>
          </a:xfrm>
          <a:prstGeom prst="rect">
            <a:avLst/>
          </a:prstGeom>
        </p:spPr>
      </p:pic>
    </p:spTree>
    <p:extLst>
      <p:ext uri="{BB962C8B-B14F-4D97-AF65-F5344CB8AC3E}">
        <p14:creationId xmlns:p14="http://schemas.microsoft.com/office/powerpoint/2010/main" val="2981044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4EF41-96F2-CBE7-616E-ADFACFD98EA0}"/>
              </a:ext>
            </a:extLst>
          </p:cNvPr>
          <p:cNvSpPr>
            <a:spLocks noGrp="1"/>
          </p:cNvSpPr>
          <p:nvPr>
            <p:ph type="title"/>
          </p:nvPr>
        </p:nvSpPr>
        <p:spPr>
          <a:xfrm>
            <a:off x="838200" y="411480"/>
            <a:ext cx="10515600" cy="1325563"/>
          </a:xfrm>
        </p:spPr>
        <p:txBody>
          <a:bodyPr vert="horz" lIns="91440" tIns="45720" rIns="91440" bIns="45720" rtlCol="0" anchor="ctr">
            <a:normAutofit/>
          </a:bodyPr>
          <a:lstStyle/>
          <a:p>
            <a:r>
              <a:rPr lang="en-US" kern="1200">
                <a:latin typeface="+mj-lt"/>
                <a:ea typeface="+mj-ea"/>
                <a:cs typeface="+mj-cs"/>
              </a:rPr>
              <a:t>CMV Involvement</a:t>
            </a:r>
          </a:p>
        </p:txBody>
      </p:sp>
      <p:sp>
        <p:nvSpPr>
          <p:cNvPr id="7" name="TextBox 6">
            <a:extLst>
              <a:ext uri="{FF2B5EF4-FFF2-40B4-BE49-F238E27FC236}">
                <a16:creationId xmlns:a16="http://schemas.microsoft.com/office/drawing/2014/main" id="{C76AB4A9-A3BA-C567-36DB-53E21506D694}"/>
              </a:ext>
            </a:extLst>
          </p:cNvPr>
          <p:cNvSpPr txBox="1"/>
          <p:nvPr/>
        </p:nvSpPr>
        <p:spPr>
          <a:xfrm>
            <a:off x="838200" y="1874520"/>
            <a:ext cx="5181600" cy="4351338"/>
          </a:xfrm>
          <a:prstGeom prst="rect">
            <a:avLst/>
          </a:prstGeom>
        </p:spPr>
        <p:txBody>
          <a:bodyPr vert="horz" lIns="91440" tIns="45720" rIns="91440" bIns="45720" rtlCol="0">
            <a:normAutofit/>
          </a:bodyPr>
          <a:lstStyle/>
          <a:p>
            <a:pPr marL="228600" indent="-228600">
              <a:spcBef>
                <a:spcPts val="1000"/>
              </a:spcBef>
              <a:buFont typeface="Arial" panose="020B0604020202020204" pitchFamily="34" charset="0"/>
              <a:buChar char="•"/>
            </a:pPr>
            <a:r>
              <a:rPr lang="en-US" sz="2800" kern="1200">
                <a:solidFill>
                  <a:schemeClr val="tx1"/>
                </a:solidFill>
                <a:latin typeface="+mn-lt"/>
                <a:ea typeface="+mn-ea"/>
                <a:cs typeface="+mn-cs"/>
              </a:rPr>
              <a:t>False (Not Involved)      27865 (TN+FN)</a:t>
            </a:r>
          </a:p>
          <a:p>
            <a:pPr marL="228600" indent="-228600">
              <a:spcBef>
                <a:spcPts val="1000"/>
              </a:spcBef>
              <a:buFont typeface="Arial" panose="020B0604020202020204" pitchFamily="34" charset="0"/>
              <a:buChar char="•"/>
            </a:pPr>
            <a:r>
              <a:rPr lang="en-US" sz="2800" kern="1200">
                <a:solidFill>
                  <a:schemeClr val="tx1"/>
                </a:solidFill>
                <a:latin typeface="+mn-lt"/>
                <a:ea typeface="+mn-ea"/>
                <a:cs typeface="+mn-cs"/>
              </a:rPr>
              <a:t>True (CMV Involved)      2796 (TP+FP)</a:t>
            </a:r>
          </a:p>
        </p:txBody>
      </p:sp>
      <p:sp>
        <p:nvSpPr>
          <p:cNvPr id="12" name="Footer Placeholder 4">
            <a:extLst>
              <a:ext uri="{FF2B5EF4-FFF2-40B4-BE49-F238E27FC236}">
                <a16:creationId xmlns:a16="http://schemas.microsoft.com/office/drawing/2014/main" id="{97DF6969-2439-3063-1C8F-6C0A2FDC248A}"/>
              </a:ext>
            </a:extLst>
          </p:cNvPr>
          <p:cNvSpPr>
            <a:spLocks noGrp="1"/>
          </p:cNvSpPr>
          <p:nvPr>
            <p:ph type="ftr" sz="quarter" idx="3"/>
          </p:nvPr>
        </p:nvSpPr>
        <p:spPr>
          <a:xfrm>
            <a:off x="7211568" y="6556248"/>
            <a:ext cx="4453128" cy="301752"/>
          </a:xfrm>
        </p:spPr>
        <p:txBody>
          <a:bodyPr/>
          <a:lstStyle/>
          <a:p>
            <a:endParaRPr lang="en-US"/>
          </a:p>
        </p:txBody>
      </p:sp>
      <p:sp>
        <p:nvSpPr>
          <p:cNvPr id="5" name="Slide Number Placeholder 4">
            <a:extLst>
              <a:ext uri="{FF2B5EF4-FFF2-40B4-BE49-F238E27FC236}">
                <a16:creationId xmlns:a16="http://schemas.microsoft.com/office/drawing/2014/main" id="{B93D6B26-6F9D-D227-4B34-30AE733559EF}"/>
              </a:ext>
            </a:extLst>
          </p:cNvPr>
          <p:cNvSpPr>
            <a:spLocks noGrp="1"/>
          </p:cNvSpPr>
          <p:nvPr>
            <p:ph type="sldNum" sz="quarter" idx="4"/>
          </p:nvPr>
        </p:nvSpPr>
        <p:spPr>
          <a:xfrm>
            <a:off x="11710416" y="6556248"/>
            <a:ext cx="475488" cy="301752"/>
          </a:xfrm>
        </p:spPr>
        <p:txBody>
          <a:bodyPr vert="horz" lIns="91440" tIns="45720" rIns="91440" bIns="45720" rtlCol="0" anchor="ctr">
            <a:normAutofit/>
          </a:bodyPr>
          <a:lstStyle/>
          <a:p>
            <a:pPr>
              <a:spcAft>
                <a:spcPts val="600"/>
              </a:spcAft>
            </a:pPr>
            <a:fld id="{80E8E832-D5BD-E340-9950-DA7B1292B12F}" type="slidenum">
              <a:rPr lang="en-US" smtClean="0"/>
              <a:pPr>
                <a:spcAft>
                  <a:spcPts val="600"/>
                </a:spcAft>
              </a:pPr>
              <a:t>4</a:t>
            </a:fld>
            <a:endParaRPr lang="en-US"/>
          </a:p>
        </p:txBody>
      </p:sp>
      <p:graphicFrame>
        <p:nvGraphicFramePr>
          <p:cNvPr id="6" name="Content Placeholder 5">
            <a:extLst>
              <a:ext uri="{FF2B5EF4-FFF2-40B4-BE49-F238E27FC236}">
                <a16:creationId xmlns:a16="http://schemas.microsoft.com/office/drawing/2014/main" id="{98C6D7F9-4443-2226-EA2F-19ECC57C91D3}"/>
              </a:ext>
            </a:extLst>
          </p:cNvPr>
          <p:cNvGraphicFramePr>
            <a:graphicFrameLocks noGrp="1"/>
          </p:cNvGraphicFramePr>
          <p:nvPr>
            <p:ph sz="half" idx="2"/>
            <p:extLst>
              <p:ext uri="{D42A27DB-BD31-4B8C-83A1-F6EECF244321}">
                <p14:modId xmlns:p14="http://schemas.microsoft.com/office/powerpoint/2010/main" val="2195782445"/>
              </p:ext>
            </p:extLst>
          </p:nvPr>
        </p:nvGraphicFramePr>
        <p:xfrm>
          <a:off x="6172200" y="1974497"/>
          <a:ext cx="5181600" cy="4151385"/>
        </p:xfrm>
        <a:graphic>
          <a:graphicData uri="http://schemas.openxmlformats.org/drawingml/2006/table">
            <a:tbl>
              <a:tblPr firstRow="1" bandRow="1">
                <a:noFill/>
              </a:tblPr>
              <a:tblGrid>
                <a:gridCol w="3202570">
                  <a:extLst>
                    <a:ext uri="{9D8B030D-6E8A-4147-A177-3AD203B41FA5}">
                      <a16:colId xmlns:a16="http://schemas.microsoft.com/office/drawing/2014/main" val="2709408069"/>
                    </a:ext>
                  </a:extLst>
                </a:gridCol>
                <a:gridCol w="1979030">
                  <a:extLst>
                    <a:ext uri="{9D8B030D-6E8A-4147-A177-3AD203B41FA5}">
                      <a16:colId xmlns:a16="http://schemas.microsoft.com/office/drawing/2014/main" val="936947339"/>
                    </a:ext>
                  </a:extLst>
                </a:gridCol>
              </a:tblGrid>
              <a:tr h="888885">
                <a:tc>
                  <a:txBody>
                    <a:bodyPr/>
                    <a:lstStyle/>
                    <a:p>
                      <a:pPr>
                        <a:buNone/>
                      </a:pPr>
                      <a:r>
                        <a:rPr lang="en-US" sz="2600" b="0" cap="all" spc="150">
                          <a:solidFill>
                            <a:schemeClr val="lt1"/>
                          </a:solidFill>
                        </a:rPr>
                        <a:t>Label Type</a:t>
                      </a:r>
                    </a:p>
                  </a:txBody>
                  <a:tcPr marL="219779" marR="219779" marT="219779" marB="219779" anchor="ctr">
                    <a:lnL w="12700" cmpd="sng">
                      <a:noFill/>
                    </a:lnL>
                    <a:lnR w="12700" cmpd="sng">
                      <a:noFill/>
                    </a:lnR>
                    <a:lnT w="12700" cmpd="sng">
                      <a:noFill/>
                    </a:lnT>
                    <a:lnB w="38100" cmpd="sng">
                      <a:noFill/>
                    </a:lnB>
                    <a:solidFill>
                      <a:srgbClr val="505356"/>
                    </a:solidFill>
                  </a:tcPr>
                </a:tc>
                <a:tc>
                  <a:txBody>
                    <a:bodyPr/>
                    <a:lstStyle/>
                    <a:p>
                      <a:pPr>
                        <a:buNone/>
                      </a:pPr>
                      <a:r>
                        <a:rPr lang="en-US" sz="2600" b="0" cap="all" spc="150">
                          <a:solidFill>
                            <a:schemeClr val="lt1"/>
                          </a:solidFill>
                        </a:rPr>
                        <a:t>Count</a:t>
                      </a:r>
                    </a:p>
                  </a:txBody>
                  <a:tcPr marL="219779" marR="219779" marT="219779" marB="219779" anchor="ctr">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2138896894"/>
                  </a:ext>
                </a:extLst>
              </a:tr>
              <a:tr h="815625">
                <a:tc>
                  <a:txBody>
                    <a:bodyPr/>
                    <a:lstStyle/>
                    <a:p>
                      <a:pPr>
                        <a:buNone/>
                      </a:pPr>
                      <a:r>
                        <a:rPr lang="en-US" sz="2100" cap="none" spc="0">
                          <a:solidFill>
                            <a:schemeClr val="tx1"/>
                          </a:solidFill>
                        </a:rPr>
                        <a:t> True Positives (TP)</a:t>
                      </a:r>
                    </a:p>
                  </a:txBody>
                  <a:tcPr marL="219779" marR="219779" marT="219779" marB="219779"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2100" cap="none" spc="0">
                          <a:solidFill>
                            <a:schemeClr val="tx1"/>
                          </a:solidFill>
                        </a:rPr>
                        <a:t>2,587</a:t>
                      </a:r>
                    </a:p>
                  </a:txBody>
                  <a:tcPr marL="219779" marR="219779" marT="219779" marB="219779"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808683494"/>
                  </a:ext>
                </a:extLst>
              </a:tr>
              <a:tr h="815625">
                <a:tc>
                  <a:txBody>
                    <a:bodyPr/>
                    <a:lstStyle/>
                    <a:p>
                      <a:pPr>
                        <a:buNone/>
                      </a:pPr>
                      <a:r>
                        <a:rPr lang="en-US" sz="2100" cap="none" spc="0">
                          <a:solidFill>
                            <a:schemeClr val="tx1"/>
                          </a:solidFill>
                        </a:rPr>
                        <a:t> False Positives (FP)</a:t>
                      </a:r>
                    </a:p>
                  </a:txBody>
                  <a:tcPr marL="219779" marR="219779" marT="219779" marB="219779"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US" sz="2100" cap="none" spc="0" dirty="0">
                          <a:solidFill>
                            <a:schemeClr val="tx1"/>
                          </a:solidFill>
                        </a:rPr>
                        <a:t>209</a:t>
                      </a:r>
                    </a:p>
                  </a:txBody>
                  <a:tcPr marL="219779" marR="219779" marT="219779" marB="219779"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826142454"/>
                  </a:ext>
                </a:extLst>
              </a:tr>
              <a:tr h="815625">
                <a:tc>
                  <a:txBody>
                    <a:bodyPr/>
                    <a:lstStyle/>
                    <a:p>
                      <a:pPr>
                        <a:buNone/>
                      </a:pPr>
                      <a:r>
                        <a:rPr lang="en-US" sz="2100" cap="none" spc="0">
                          <a:solidFill>
                            <a:schemeClr val="tx1"/>
                          </a:solidFill>
                        </a:rPr>
                        <a:t> True Negatives (TN)</a:t>
                      </a:r>
                    </a:p>
                  </a:txBody>
                  <a:tcPr marL="219779" marR="219779" marT="219779" marB="219779"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2100" cap="none" spc="0">
                          <a:solidFill>
                            <a:schemeClr val="tx1"/>
                          </a:solidFill>
                        </a:rPr>
                        <a:t>27865</a:t>
                      </a:r>
                    </a:p>
                  </a:txBody>
                  <a:tcPr marL="219779" marR="219779" marT="219779" marB="219779"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69493877"/>
                  </a:ext>
                </a:extLst>
              </a:tr>
              <a:tr h="815625">
                <a:tc>
                  <a:txBody>
                    <a:bodyPr/>
                    <a:lstStyle/>
                    <a:p>
                      <a:pPr>
                        <a:buNone/>
                      </a:pPr>
                      <a:r>
                        <a:rPr lang="en-US" sz="2100" cap="none" spc="0">
                          <a:solidFill>
                            <a:schemeClr val="tx1"/>
                          </a:solidFill>
                        </a:rPr>
                        <a:t> False Negatives (FN)</a:t>
                      </a:r>
                    </a:p>
                  </a:txBody>
                  <a:tcPr marL="219779" marR="219779" marT="219779" marB="219779"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US" sz="2100" cap="none" spc="0" dirty="0">
                          <a:solidFill>
                            <a:schemeClr val="tx1"/>
                          </a:solidFill>
                        </a:rPr>
                        <a:t>0</a:t>
                      </a:r>
                    </a:p>
                  </a:txBody>
                  <a:tcPr marL="219779" marR="219779" marT="219779" marB="219779"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2356811090"/>
                  </a:ext>
                </a:extLst>
              </a:tr>
            </a:tbl>
          </a:graphicData>
        </a:graphic>
      </p:graphicFrame>
    </p:spTree>
    <p:extLst>
      <p:ext uri="{BB962C8B-B14F-4D97-AF65-F5344CB8AC3E}">
        <p14:creationId xmlns:p14="http://schemas.microsoft.com/office/powerpoint/2010/main" val="928717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89253-FE87-24AB-7A9B-B27EFCD0AEFA}"/>
              </a:ext>
            </a:extLst>
          </p:cNvPr>
          <p:cNvSpPr>
            <a:spLocks noGrp="1"/>
          </p:cNvSpPr>
          <p:nvPr>
            <p:ph type="title"/>
          </p:nvPr>
        </p:nvSpPr>
        <p:spPr>
          <a:xfrm>
            <a:off x="838200" y="411481"/>
            <a:ext cx="10515600" cy="617220"/>
          </a:xfrm>
        </p:spPr>
        <p:txBody>
          <a:bodyPr>
            <a:normAutofit fontScale="90000"/>
          </a:bodyPr>
          <a:lstStyle/>
          <a:p>
            <a:r>
              <a:rPr lang="en-US" dirty="0"/>
              <a:t>Adding direction</a:t>
            </a:r>
          </a:p>
        </p:txBody>
      </p:sp>
      <p:sp>
        <p:nvSpPr>
          <p:cNvPr id="4" name="Footer Placeholder 3">
            <a:extLst>
              <a:ext uri="{FF2B5EF4-FFF2-40B4-BE49-F238E27FC236}">
                <a16:creationId xmlns:a16="http://schemas.microsoft.com/office/drawing/2014/main" id="{3BAACE3B-3B27-4154-F4B3-6E3BD1BEB810}"/>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93FD5EA2-6C9C-FFB1-7E98-F52C6440710E}"/>
              </a:ext>
            </a:extLst>
          </p:cNvPr>
          <p:cNvSpPr>
            <a:spLocks noGrp="1"/>
          </p:cNvSpPr>
          <p:nvPr>
            <p:ph type="sldNum" sz="quarter" idx="4"/>
          </p:nvPr>
        </p:nvSpPr>
        <p:spPr/>
        <p:txBody>
          <a:bodyPr/>
          <a:lstStyle/>
          <a:p>
            <a:fld id="{80E8E832-D5BD-E340-9950-DA7B1292B12F}" type="slidenum">
              <a:rPr lang="en-US" smtClean="0"/>
              <a:t>5</a:t>
            </a:fld>
            <a:endParaRPr lang="en-US"/>
          </a:p>
        </p:txBody>
      </p:sp>
      <p:sp>
        <p:nvSpPr>
          <p:cNvPr id="8" name="TextBox 7">
            <a:extLst>
              <a:ext uri="{FF2B5EF4-FFF2-40B4-BE49-F238E27FC236}">
                <a16:creationId xmlns:a16="http://schemas.microsoft.com/office/drawing/2014/main" id="{BF56B441-3318-3A4A-5ED2-B99F4996EBDE}"/>
              </a:ext>
            </a:extLst>
          </p:cNvPr>
          <p:cNvSpPr txBox="1"/>
          <p:nvPr/>
        </p:nvSpPr>
        <p:spPr>
          <a:xfrm>
            <a:off x="711199" y="955278"/>
            <a:ext cx="10693400" cy="1477328"/>
          </a:xfrm>
          <a:prstGeom prst="rect">
            <a:avLst/>
          </a:prstGeom>
          <a:noFill/>
        </p:spPr>
        <p:txBody>
          <a:bodyPr wrap="square" rtlCol="0">
            <a:spAutoFit/>
          </a:bodyPr>
          <a:lstStyle/>
          <a:p>
            <a:pPr marL="285750" indent="-285750" algn="l">
              <a:buFont typeface="Arial" panose="020B0604020202020204" pitchFamily="34" charset="0"/>
              <a:buChar char="•"/>
            </a:pPr>
            <a:r>
              <a:rPr lang="en-US" sz="1800" dirty="0">
                <a:latin typeface="+mn-lt"/>
              </a:rPr>
              <a:t>Added direction using MD </a:t>
            </a:r>
            <a:r>
              <a:rPr lang="en-US" sz="1800" dirty="0" err="1">
                <a:latin typeface="+mn-lt"/>
              </a:rPr>
              <a:t>tmc</a:t>
            </a:r>
            <a:r>
              <a:rPr lang="en-US" sz="1800" dirty="0">
                <a:latin typeface="+mn-lt"/>
              </a:rPr>
              <a:t> 2023 </a:t>
            </a:r>
            <a:r>
              <a:rPr lang="en-US" sz="1800" dirty="0" err="1">
                <a:latin typeface="+mn-lt"/>
              </a:rPr>
              <a:t>geojson</a:t>
            </a:r>
            <a:r>
              <a:rPr lang="en-US" sz="1800" dirty="0">
                <a:latin typeface="+mn-lt"/>
              </a:rPr>
              <a:t> file and conflated with truck parking </a:t>
            </a:r>
            <a:r>
              <a:rPr lang="en-US" sz="1800" dirty="0" err="1">
                <a:latin typeface="+mn-lt"/>
              </a:rPr>
              <a:t>geojson</a:t>
            </a:r>
            <a:r>
              <a:rPr lang="en-US" sz="1800" dirty="0">
                <a:latin typeface="+mn-lt"/>
              </a:rPr>
              <a:t>.</a:t>
            </a:r>
          </a:p>
          <a:p>
            <a:pPr marL="285750" indent="-285750" algn="l">
              <a:buFont typeface="Arial" panose="020B0604020202020204" pitchFamily="34" charset="0"/>
              <a:buChar char="•"/>
            </a:pPr>
            <a:r>
              <a:rPr lang="en-US" sz="1800" dirty="0">
                <a:latin typeface="+mn-lt"/>
              </a:rPr>
              <a:t>Truck Parking </a:t>
            </a:r>
            <a:r>
              <a:rPr lang="en-US" sz="1800" dirty="0" err="1">
                <a:latin typeface="+mn-lt"/>
              </a:rPr>
              <a:t>Geojson</a:t>
            </a:r>
            <a:r>
              <a:rPr lang="en-US" sz="1800" dirty="0">
                <a:latin typeface="+mn-lt"/>
              </a:rPr>
              <a:t> file needed fixing. Merged polygon and  point based on created objected</a:t>
            </a:r>
          </a:p>
          <a:p>
            <a:pPr marL="285750" indent="-285750" algn="l">
              <a:buFont typeface="Arial" panose="020B0604020202020204" pitchFamily="34" charset="0"/>
              <a:buChar char="•"/>
            </a:pPr>
            <a:r>
              <a:rPr lang="en-US" sz="1800" dirty="0">
                <a:latin typeface="+mn-lt"/>
              </a:rPr>
              <a:t>4 direction based columns from </a:t>
            </a:r>
            <a:r>
              <a:rPr lang="en-US" sz="1800" dirty="0" err="1">
                <a:latin typeface="+mn-lt"/>
              </a:rPr>
              <a:t>msp</a:t>
            </a:r>
            <a:r>
              <a:rPr lang="en-US" sz="1800" dirty="0">
                <a:latin typeface="+mn-lt"/>
              </a:rPr>
              <a:t> and 2 direction based columns from </a:t>
            </a:r>
            <a:r>
              <a:rPr lang="en-US" sz="1800" dirty="0" err="1">
                <a:latin typeface="+mn-lt"/>
              </a:rPr>
              <a:t>tmc</a:t>
            </a:r>
            <a:r>
              <a:rPr lang="en-US" sz="1800" dirty="0">
                <a:latin typeface="+mn-lt"/>
              </a:rPr>
              <a:t> file. </a:t>
            </a:r>
          </a:p>
          <a:p>
            <a:pPr marL="285750" indent="-285750" algn="l">
              <a:buFont typeface="Arial" panose="020B0604020202020204" pitchFamily="34" charset="0"/>
              <a:buChar char="•"/>
            </a:pPr>
            <a:r>
              <a:rPr lang="en-US" sz="1800" dirty="0">
                <a:latin typeface="+mn-lt"/>
              </a:rPr>
              <a:t>Used a combination of majority matching and single column matching for results</a:t>
            </a:r>
          </a:p>
          <a:p>
            <a:pPr marL="285750" indent="-285750" algn="l">
              <a:buFont typeface="Arial" panose="020B0604020202020204" pitchFamily="34" charset="0"/>
              <a:buChar char="•"/>
            </a:pPr>
            <a:r>
              <a:rPr lang="en-US" sz="1800" dirty="0">
                <a:latin typeface="+mn-lt"/>
              </a:rPr>
              <a:t>Total 31058- within 50 meters of a truck parking zone</a:t>
            </a:r>
          </a:p>
        </p:txBody>
      </p:sp>
      <p:sp>
        <p:nvSpPr>
          <p:cNvPr id="9" name="TextBox 8">
            <a:extLst>
              <a:ext uri="{FF2B5EF4-FFF2-40B4-BE49-F238E27FC236}">
                <a16:creationId xmlns:a16="http://schemas.microsoft.com/office/drawing/2014/main" id="{08C90CCA-84C9-7C1C-7D9D-52C27BFC36FA}"/>
              </a:ext>
            </a:extLst>
          </p:cNvPr>
          <p:cNvSpPr txBox="1"/>
          <p:nvPr/>
        </p:nvSpPr>
        <p:spPr>
          <a:xfrm>
            <a:off x="762000" y="3378200"/>
            <a:ext cx="10591800" cy="2705100"/>
          </a:xfrm>
          <a:prstGeom prst="rect">
            <a:avLst/>
          </a:prstGeom>
          <a:noFill/>
        </p:spPr>
        <p:txBody>
          <a:bodyPr wrap="square" rtlCol="0">
            <a:spAutoFit/>
          </a:bodyPr>
          <a:lstStyle/>
          <a:p>
            <a:pPr algn="l"/>
            <a:endParaRPr lang="en-US" sz="1800" dirty="0" err="1">
              <a:latin typeface="+mn-lt"/>
            </a:endParaRPr>
          </a:p>
        </p:txBody>
      </p:sp>
      <p:graphicFrame>
        <p:nvGraphicFramePr>
          <p:cNvPr id="10" name="Table 9">
            <a:extLst>
              <a:ext uri="{FF2B5EF4-FFF2-40B4-BE49-F238E27FC236}">
                <a16:creationId xmlns:a16="http://schemas.microsoft.com/office/drawing/2014/main" id="{91022743-E365-7E6B-57EC-DBA7C3E73AA1}"/>
              </a:ext>
            </a:extLst>
          </p:cNvPr>
          <p:cNvGraphicFramePr>
            <a:graphicFrameLocks noGrp="1"/>
          </p:cNvGraphicFramePr>
          <p:nvPr>
            <p:extLst>
              <p:ext uri="{D42A27DB-BD31-4B8C-83A1-F6EECF244321}">
                <p14:modId xmlns:p14="http://schemas.microsoft.com/office/powerpoint/2010/main" val="183879376"/>
              </p:ext>
            </p:extLst>
          </p:nvPr>
        </p:nvGraphicFramePr>
        <p:xfrm>
          <a:off x="838201" y="2409444"/>
          <a:ext cx="10515597" cy="3200400"/>
        </p:xfrm>
        <a:graphic>
          <a:graphicData uri="http://schemas.openxmlformats.org/drawingml/2006/table">
            <a:tbl>
              <a:tblPr/>
              <a:tblGrid>
                <a:gridCol w="1396999">
                  <a:extLst>
                    <a:ext uri="{9D8B030D-6E8A-4147-A177-3AD203B41FA5}">
                      <a16:colId xmlns:a16="http://schemas.microsoft.com/office/drawing/2014/main" val="182516658"/>
                    </a:ext>
                  </a:extLst>
                </a:gridCol>
                <a:gridCol w="2281103">
                  <a:extLst>
                    <a:ext uri="{9D8B030D-6E8A-4147-A177-3AD203B41FA5}">
                      <a16:colId xmlns:a16="http://schemas.microsoft.com/office/drawing/2014/main" val="3277263102"/>
                    </a:ext>
                  </a:extLst>
                </a:gridCol>
                <a:gridCol w="1631568">
                  <a:extLst>
                    <a:ext uri="{9D8B030D-6E8A-4147-A177-3AD203B41FA5}">
                      <a16:colId xmlns:a16="http://schemas.microsoft.com/office/drawing/2014/main" val="3309724823"/>
                    </a:ext>
                  </a:extLst>
                </a:gridCol>
                <a:gridCol w="1735309">
                  <a:extLst>
                    <a:ext uri="{9D8B030D-6E8A-4147-A177-3AD203B41FA5}">
                      <a16:colId xmlns:a16="http://schemas.microsoft.com/office/drawing/2014/main" val="1629884064"/>
                    </a:ext>
                  </a:extLst>
                </a:gridCol>
                <a:gridCol w="1735309">
                  <a:extLst>
                    <a:ext uri="{9D8B030D-6E8A-4147-A177-3AD203B41FA5}">
                      <a16:colId xmlns:a16="http://schemas.microsoft.com/office/drawing/2014/main" val="1046585776"/>
                    </a:ext>
                  </a:extLst>
                </a:gridCol>
                <a:gridCol w="1735309">
                  <a:extLst>
                    <a:ext uri="{9D8B030D-6E8A-4147-A177-3AD203B41FA5}">
                      <a16:colId xmlns:a16="http://schemas.microsoft.com/office/drawing/2014/main" val="3132863923"/>
                    </a:ext>
                  </a:extLst>
                </a:gridCol>
              </a:tblGrid>
              <a:tr h="0">
                <a:tc>
                  <a:txBody>
                    <a:bodyPr/>
                    <a:lstStyle/>
                    <a:p>
                      <a:pPr>
                        <a:buNone/>
                      </a:pPr>
                      <a:endParaRPr lang="en-US" dirty="0"/>
                    </a:p>
                  </a:txBody>
                  <a:tcPr anchor="ctr">
                    <a:lnL>
                      <a:noFill/>
                    </a:lnL>
                    <a:lnR>
                      <a:noFill/>
                    </a:lnR>
                    <a:lnT>
                      <a:noFill/>
                    </a:lnT>
                    <a:lnB>
                      <a:noFill/>
                    </a:lnB>
                    <a:noFill/>
                  </a:tcPr>
                </a:tc>
                <a:tc>
                  <a:txBody>
                    <a:bodyPr/>
                    <a:lstStyle/>
                    <a:p>
                      <a:pPr>
                        <a:buNone/>
                      </a:pPr>
                      <a:r>
                        <a:rPr lang="en-US" dirty="0"/>
                        <a:t>Direction Field</a:t>
                      </a:r>
                    </a:p>
                  </a:txBody>
                  <a:tcPr anchor="ctr">
                    <a:lnL>
                      <a:noFill/>
                    </a:lnL>
                    <a:lnR>
                      <a:noFill/>
                    </a:lnR>
                    <a:lnT>
                      <a:noFill/>
                    </a:lnT>
                    <a:lnB>
                      <a:noFill/>
                    </a:lnB>
                    <a:noFill/>
                  </a:tcPr>
                </a:tc>
                <a:tc>
                  <a:txBody>
                    <a:bodyPr/>
                    <a:lstStyle/>
                    <a:p>
                      <a:pPr>
                        <a:buNone/>
                      </a:pPr>
                      <a:r>
                        <a:rPr lang="en-US"/>
                        <a:t>Match</a:t>
                      </a:r>
                    </a:p>
                  </a:txBody>
                  <a:tcPr anchor="ctr">
                    <a:lnL>
                      <a:noFill/>
                    </a:lnL>
                    <a:lnR>
                      <a:noFill/>
                    </a:lnR>
                    <a:lnT>
                      <a:noFill/>
                    </a:lnT>
                    <a:lnB>
                      <a:noFill/>
                    </a:lnB>
                    <a:noFill/>
                  </a:tcPr>
                </a:tc>
                <a:tc>
                  <a:txBody>
                    <a:bodyPr/>
                    <a:lstStyle/>
                    <a:p>
                      <a:pPr>
                        <a:buNone/>
                      </a:pPr>
                      <a:r>
                        <a:rPr lang="en-US"/>
                        <a:t>Mismatch</a:t>
                      </a:r>
                    </a:p>
                  </a:txBody>
                  <a:tcPr anchor="ctr">
                    <a:lnL>
                      <a:noFill/>
                    </a:lnL>
                    <a:lnR>
                      <a:noFill/>
                    </a:lnR>
                    <a:lnT>
                      <a:noFill/>
                    </a:lnT>
                    <a:lnB>
                      <a:noFill/>
                    </a:lnB>
                    <a:noFill/>
                  </a:tcPr>
                </a:tc>
                <a:tc>
                  <a:txBody>
                    <a:bodyPr/>
                    <a:lstStyle/>
                    <a:p>
                      <a:pPr>
                        <a:buNone/>
                      </a:pPr>
                      <a:r>
                        <a:rPr lang="en-US" dirty="0"/>
                        <a:t>Unknown </a:t>
                      </a:r>
                    </a:p>
                  </a:txBody>
                  <a:tcPr anchor="ctr">
                    <a:lnL>
                      <a:noFill/>
                    </a:lnL>
                    <a:lnR>
                      <a:noFill/>
                    </a:lnR>
                    <a:lnT>
                      <a:noFill/>
                    </a:lnT>
                    <a:lnB>
                      <a:noFill/>
                    </a:lnB>
                    <a:noFill/>
                  </a:tcPr>
                </a:tc>
                <a:tc>
                  <a:txBody>
                    <a:bodyPr/>
                    <a:lstStyle/>
                    <a:p>
                      <a:pPr>
                        <a:buNone/>
                      </a:pPr>
                      <a:r>
                        <a:rPr lang="en-US" dirty="0"/>
                        <a:t>Percentage</a:t>
                      </a:r>
                    </a:p>
                  </a:txBody>
                  <a:tcPr anchor="ctr">
                    <a:lnL>
                      <a:noFill/>
                    </a:lnL>
                    <a:lnR>
                      <a:noFill/>
                    </a:lnR>
                    <a:lnT>
                      <a:noFill/>
                    </a:lnT>
                    <a:lnB>
                      <a:noFill/>
                    </a:lnB>
                    <a:noFill/>
                  </a:tcPr>
                </a:tc>
                <a:extLst>
                  <a:ext uri="{0D108BD9-81ED-4DB2-BD59-A6C34878D82A}">
                    <a16:rowId xmlns:a16="http://schemas.microsoft.com/office/drawing/2014/main" val="1215361328"/>
                  </a:ext>
                </a:extLst>
              </a:tr>
              <a:tr h="0">
                <a:tc>
                  <a:txBody>
                    <a:bodyPr/>
                    <a:lstStyle/>
                    <a:p>
                      <a:pPr>
                        <a:buNone/>
                      </a:pPr>
                      <a:r>
                        <a:rPr lang="en-US" dirty="0"/>
                        <a:t>Step 1</a:t>
                      </a:r>
                    </a:p>
                  </a:txBody>
                  <a:tcPr anchor="ctr">
                    <a:lnL>
                      <a:noFill/>
                    </a:lnL>
                    <a:lnR>
                      <a:noFill/>
                    </a:lnR>
                    <a:lnT>
                      <a:noFill/>
                    </a:lnT>
                    <a:lnB>
                      <a:noFill/>
                    </a:lnB>
                    <a:noFill/>
                  </a:tcPr>
                </a:tc>
                <a:tc>
                  <a:txBody>
                    <a:bodyPr/>
                    <a:lstStyle/>
                    <a:p>
                      <a:pPr>
                        <a:buNone/>
                      </a:pPr>
                      <a:r>
                        <a:rPr lang="en-US" b="1" dirty="0" err="1"/>
                        <a:t>milepointdirection</a:t>
                      </a:r>
                      <a:endParaRPr lang="en-US" dirty="0"/>
                    </a:p>
                  </a:txBody>
                  <a:tcPr anchor="ctr">
                    <a:lnL>
                      <a:noFill/>
                    </a:lnL>
                    <a:lnR>
                      <a:noFill/>
                    </a:lnR>
                    <a:lnT>
                      <a:noFill/>
                    </a:lnT>
                    <a:lnB>
                      <a:noFill/>
                    </a:lnB>
                    <a:noFill/>
                  </a:tcPr>
                </a:tc>
                <a:tc>
                  <a:txBody>
                    <a:bodyPr/>
                    <a:lstStyle/>
                    <a:p>
                      <a:pPr>
                        <a:buNone/>
                      </a:pPr>
                      <a:r>
                        <a:rPr lang="en-US" dirty="0"/>
                        <a:t>11513</a:t>
                      </a:r>
                    </a:p>
                  </a:txBody>
                  <a:tcPr anchor="ctr">
                    <a:lnL>
                      <a:noFill/>
                    </a:lnL>
                    <a:lnR>
                      <a:noFill/>
                    </a:lnR>
                    <a:lnT>
                      <a:noFill/>
                    </a:lnT>
                    <a:lnB>
                      <a:noFill/>
                    </a:lnB>
                    <a:noFill/>
                  </a:tcPr>
                </a:tc>
                <a:tc>
                  <a:txBody>
                    <a:bodyPr/>
                    <a:lstStyle/>
                    <a:p>
                      <a:pPr>
                        <a:buNone/>
                      </a:pPr>
                      <a:r>
                        <a:rPr lang="en-US" dirty="0"/>
                        <a:t>16210</a:t>
                      </a:r>
                    </a:p>
                  </a:txBody>
                  <a:tcPr anchor="ctr">
                    <a:lnL>
                      <a:noFill/>
                    </a:lnL>
                    <a:lnR>
                      <a:noFill/>
                    </a:lnR>
                    <a:lnT>
                      <a:noFill/>
                    </a:lnT>
                    <a:lnB>
                      <a:noFill/>
                    </a:lnB>
                    <a:noFill/>
                  </a:tcPr>
                </a:tc>
                <a:tc>
                  <a:txBody>
                    <a:bodyPr/>
                    <a:lstStyle/>
                    <a:p>
                      <a:pPr>
                        <a:buNone/>
                      </a:pPr>
                      <a:r>
                        <a:rPr lang="en-US" dirty="0"/>
                        <a:t>3335</a:t>
                      </a:r>
                    </a:p>
                  </a:txBody>
                  <a:tcPr anchor="ctr">
                    <a:lnL>
                      <a:noFill/>
                    </a:lnL>
                    <a:lnR>
                      <a:noFill/>
                    </a:lnR>
                    <a:lnT>
                      <a:noFill/>
                    </a:lnT>
                    <a:lnB>
                      <a:noFill/>
                    </a:lnB>
                    <a:noFill/>
                  </a:tcPr>
                </a:tc>
                <a:tc>
                  <a:txBody>
                    <a:bodyPr/>
                    <a:lstStyle/>
                    <a:p>
                      <a:pPr>
                        <a:buNone/>
                      </a:pPr>
                      <a:r>
                        <a:rPr lang="en-US" dirty="0"/>
                        <a:t>37.1%</a:t>
                      </a:r>
                    </a:p>
                  </a:txBody>
                  <a:tcPr anchor="ctr">
                    <a:lnL>
                      <a:noFill/>
                    </a:lnL>
                    <a:lnR>
                      <a:noFill/>
                    </a:lnR>
                    <a:lnT>
                      <a:noFill/>
                    </a:lnT>
                    <a:lnB>
                      <a:noFill/>
                    </a:lnB>
                    <a:noFill/>
                  </a:tcPr>
                </a:tc>
                <a:extLst>
                  <a:ext uri="{0D108BD9-81ED-4DB2-BD59-A6C34878D82A}">
                    <a16:rowId xmlns:a16="http://schemas.microsoft.com/office/drawing/2014/main" val="1240492746"/>
                  </a:ext>
                </a:extLst>
              </a:tr>
              <a:tr h="0">
                <a:tc>
                  <a:txBody>
                    <a:bodyPr/>
                    <a:lstStyle/>
                    <a:p>
                      <a:pPr>
                        <a:buNone/>
                      </a:pPr>
                      <a:r>
                        <a:rPr lang="en-US" dirty="0"/>
                        <a:t>Step 1</a:t>
                      </a:r>
                    </a:p>
                  </a:txBody>
                  <a:tcPr anchor="ctr">
                    <a:lnL>
                      <a:noFill/>
                    </a:lnL>
                    <a:lnR>
                      <a:noFill/>
                    </a:lnR>
                    <a:lnT>
                      <a:noFill/>
                    </a:lnT>
                    <a:lnB>
                      <a:noFill/>
                    </a:lnB>
                    <a:noFill/>
                  </a:tcPr>
                </a:tc>
                <a:tc>
                  <a:txBody>
                    <a:bodyPr/>
                    <a:lstStyle/>
                    <a:p>
                      <a:pPr>
                        <a:buNone/>
                      </a:pPr>
                      <a:r>
                        <a:rPr lang="en-US" b="1" dirty="0" err="1"/>
                        <a:t>lanedirection</a:t>
                      </a:r>
                      <a:endParaRPr lang="en-US" dirty="0"/>
                    </a:p>
                  </a:txBody>
                  <a:tcPr anchor="ctr">
                    <a:lnL>
                      <a:noFill/>
                    </a:lnL>
                    <a:lnR>
                      <a:noFill/>
                    </a:lnR>
                    <a:lnT>
                      <a:noFill/>
                    </a:lnT>
                    <a:lnB>
                      <a:noFill/>
                    </a:lnB>
                    <a:noFill/>
                  </a:tcPr>
                </a:tc>
                <a:tc>
                  <a:txBody>
                    <a:bodyPr/>
                    <a:lstStyle/>
                    <a:p>
                      <a:pPr>
                        <a:buNone/>
                      </a:pPr>
                      <a:r>
                        <a:rPr lang="en-US" dirty="0"/>
                        <a:t>11903</a:t>
                      </a:r>
                    </a:p>
                  </a:txBody>
                  <a:tcPr anchor="ctr">
                    <a:lnL>
                      <a:noFill/>
                    </a:lnL>
                    <a:lnR>
                      <a:noFill/>
                    </a:lnR>
                    <a:lnT>
                      <a:noFill/>
                    </a:lnT>
                    <a:lnB>
                      <a:noFill/>
                    </a:lnB>
                    <a:noFill/>
                  </a:tcPr>
                </a:tc>
                <a:tc>
                  <a:txBody>
                    <a:bodyPr/>
                    <a:lstStyle/>
                    <a:p>
                      <a:pPr>
                        <a:buNone/>
                      </a:pPr>
                      <a:r>
                        <a:rPr lang="en-US" dirty="0"/>
                        <a:t>15763</a:t>
                      </a:r>
                    </a:p>
                  </a:txBody>
                  <a:tcPr anchor="ctr">
                    <a:lnL>
                      <a:noFill/>
                    </a:lnL>
                    <a:lnR>
                      <a:noFill/>
                    </a:lnR>
                    <a:lnT>
                      <a:noFill/>
                    </a:lnT>
                    <a:lnB>
                      <a:noFill/>
                    </a:lnB>
                    <a:noFill/>
                  </a:tcPr>
                </a:tc>
                <a:tc>
                  <a:txBody>
                    <a:bodyPr/>
                    <a:lstStyle/>
                    <a:p>
                      <a:pPr>
                        <a:buNone/>
                      </a:pPr>
                      <a:r>
                        <a:rPr lang="en-US" dirty="0"/>
                        <a:t>3382</a:t>
                      </a:r>
                    </a:p>
                  </a:txBody>
                  <a:tcPr anchor="ctr">
                    <a:lnL>
                      <a:noFill/>
                    </a:lnL>
                    <a:lnR>
                      <a:noFill/>
                    </a:lnR>
                    <a:lnT>
                      <a:noFill/>
                    </a:lnT>
                    <a:lnB>
                      <a:noFill/>
                    </a:lnB>
                    <a:noFill/>
                  </a:tcPr>
                </a:tc>
                <a:tc>
                  <a:txBody>
                    <a:bodyPr/>
                    <a:lstStyle/>
                    <a:p>
                      <a:pPr>
                        <a:buNone/>
                      </a:pPr>
                      <a:r>
                        <a:rPr lang="en-US" dirty="0"/>
                        <a:t>38.3%</a:t>
                      </a:r>
                    </a:p>
                  </a:txBody>
                  <a:tcPr anchor="ctr">
                    <a:lnL>
                      <a:noFill/>
                    </a:lnL>
                    <a:lnR>
                      <a:noFill/>
                    </a:lnR>
                    <a:lnT>
                      <a:noFill/>
                    </a:lnT>
                    <a:lnB>
                      <a:noFill/>
                    </a:lnB>
                    <a:noFill/>
                  </a:tcPr>
                </a:tc>
                <a:extLst>
                  <a:ext uri="{0D108BD9-81ED-4DB2-BD59-A6C34878D82A}">
                    <a16:rowId xmlns:a16="http://schemas.microsoft.com/office/drawing/2014/main" val="989653999"/>
                  </a:ext>
                </a:extLst>
              </a:tr>
              <a:tr h="0">
                <a:tc>
                  <a:txBody>
                    <a:bodyPr/>
                    <a:lstStyle/>
                    <a:p>
                      <a:pPr>
                        <a:buNone/>
                      </a:pPr>
                      <a:r>
                        <a:rPr lang="en-US" dirty="0"/>
                        <a:t>Step 1</a:t>
                      </a:r>
                    </a:p>
                  </a:txBody>
                  <a:tcPr anchor="ctr">
                    <a:lnL>
                      <a:noFill/>
                    </a:lnL>
                    <a:lnR>
                      <a:noFill/>
                    </a:lnR>
                    <a:lnT>
                      <a:noFill/>
                    </a:lnT>
                    <a:lnB>
                      <a:noFill/>
                    </a:lnB>
                    <a:noFill/>
                  </a:tcPr>
                </a:tc>
                <a:tc>
                  <a:txBody>
                    <a:bodyPr/>
                    <a:lstStyle/>
                    <a:p>
                      <a:pPr>
                        <a:buNone/>
                      </a:pPr>
                      <a:r>
                        <a:rPr lang="en-US" b="1" dirty="0" err="1"/>
                        <a:t>goingdirection</a:t>
                      </a:r>
                      <a:endParaRPr lang="en-US" dirty="0"/>
                    </a:p>
                  </a:txBody>
                  <a:tcPr anchor="ctr">
                    <a:lnL>
                      <a:noFill/>
                    </a:lnL>
                    <a:lnR>
                      <a:noFill/>
                    </a:lnR>
                    <a:lnT>
                      <a:noFill/>
                    </a:lnT>
                    <a:lnB>
                      <a:noFill/>
                    </a:lnB>
                    <a:noFill/>
                  </a:tcPr>
                </a:tc>
                <a:tc>
                  <a:txBody>
                    <a:bodyPr/>
                    <a:lstStyle/>
                    <a:p>
                      <a:pPr>
                        <a:buNone/>
                      </a:pPr>
                      <a:r>
                        <a:rPr lang="en-US" dirty="0"/>
                        <a:t>11805</a:t>
                      </a:r>
                    </a:p>
                  </a:txBody>
                  <a:tcPr anchor="ctr">
                    <a:lnL>
                      <a:noFill/>
                    </a:lnL>
                    <a:lnR>
                      <a:noFill/>
                    </a:lnR>
                    <a:lnT>
                      <a:noFill/>
                    </a:lnT>
                    <a:lnB>
                      <a:noFill/>
                    </a:lnB>
                    <a:noFill/>
                  </a:tcPr>
                </a:tc>
                <a:tc>
                  <a:txBody>
                    <a:bodyPr/>
                    <a:lstStyle/>
                    <a:p>
                      <a:pPr>
                        <a:buNone/>
                      </a:pPr>
                      <a:r>
                        <a:rPr lang="en-US" dirty="0"/>
                        <a:t>15830</a:t>
                      </a:r>
                    </a:p>
                  </a:txBody>
                  <a:tcPr anchor="ctr">
                    <a:lnL>
                      <a:noFill/>
                    </a:lnL>
                    <a:lnR>
                      <a:noFill/>
                    </a:lnR>
                    <a:lnT>
                      <a:noFill/>
                    </a:lnT>
                    <a:lnB>
                      <a:noFill/>
                    </a:lnB>
                    <a:noFill/>
                  </a:tcPr>
                </a:tc>
                <a:tc>
                  <a:txBody>
                    <a:bodyPr/>
                    <a:lstStyle/>
                    <a:p>
                      <a:pPr>
                        <a:buNone/>
                      </a:pPr>
                      <a:r>
                        <a:rPr lang="en-US" dirty="0"/>
                        <a:t>3423</a:t>
                      </a:r>
                    </a:p>
                  </a:txBody>
                  <a:tcPr anchor="ctr">
                    <a:lnL>
                      <a:noFill/>
                    </a:lnL>
                    <a:lnR>
                      <a:noFill/>
                    </a:lnR>
                    <a:lnT>
                      <a:noFill/>
                    </a:lnT>
                    <a:lnB>
                      <a:noFill/>
                    </a:lnB>
                    <a:noFill/>
                  </a:tcPr>
                </a:tc>
                <a:tc>
                  <a:txBody>
                    <a:bodyPr/>
                    <a:lstStyle/>
                    <a:p>
                      <a:pPr>
                        <a:buNone/>
                      </a:pPr>
                      <a:r>
                        <a:rPr lang="en-US" dirty="0"/>
                        <a:t>38.0%</a:t>
                      </a:r>
                    </a:p>
                  </a:txBody>
                  <a:tcPr anchor="ctr">
                    <a:lnL>
                      <a:noFill/>
                    </a:lnL>
                    <a:lnR>
                      <a:noFill/>
                    </a:lnR>
                    <a:lnT>
                      <a:noFill/>
                    </a:lnT>
                    <a:lnB>
                      <a:noFill/>
                    </a:lnB>
                    <a:noFill/>
                  </a:tcPr>
                </a:tc>
                <a:extLst>
                  <a:ext uri="{0D108BD9-81ED-4DB2-BD59-A6C34878D82A}">
                    <a16:rowId xmlns:a16="http://schemas.microsoft.com/office/drawing/2014/main" val="53318618"/>
                  </a:ext>
                </a:extLst>
              </a:tr>
              <a:tr h="0">
                <a:tc>
                  <a:txBody>
                    <a:bodyPr/>
                    <a:lstStyle/>
                    <a:p>
                      <a:pPr>
                        <a:buNone/>
                      </a:pPr>
                      <a:r>
                        <a:rPr lang="en-US" dirty="0"/>
                        <a:t>Step 1</a:t>
                      </a:r>
                    </a:p>
                  </a:txBody>
                  <a:tcPr anchor="ctr">
                    <a:lnL>
                      <a:noFill/>
                    </a:lnL>
                    <a:lnR>
                      <a:noFill/>
                    </a:lnR>
                    <a:lnT>
                      <a:noFill/>
                    </a:lnT>
                    <a:lnB>
                      <a:noFill/>
                    </a:lnB>
                    <a:noFill/>
                  </a:tcPr>
                </a:tc>
                <a:tc>
                  <a:txBody>
                    <a:bodyPr/>
                    <a:lstStyle/>
                    <a:p>
                      <a:pPr>
                        <a:buNone/>
                      </a:pPr>
                      <a:r>
                        <a:rPr lang="en-US" b="1" dirty="0" err="1"/>
                        <a:t>continuedirection</a:t>
                      </a:r>
                      <a:endParaRPr lang="en-US" dirty="0"/>
                    </a:p>
                  </a:txBody>
                  <a:tcPr anchor="ctr">
                    <a:lnL>
                      <a:noFill/>
                    </a:lnL>
                    <a:lnR>
                      <a:noFill/>
                    </a:lnR>
                    <a:lnT>
                      <a:noFill/>
                    </a:lnT>
                    <a:lnB>
                      <a:noFill/>
                    </a:lnB>
                    <a:noFill/>
                  </a:tcPr>
                </a:tc>
                <a:tc>
                  <a:txBody>
                    <a:bodyPr/>
                    <a:lstStyle/>
                    <a:p>
                      <a:pPr>
                        <a:buNone/>
                      </a:pPr>
                      <a:r>
                        <a:rPr lang="en-US" dirty="0"/>
                        <a:t>11666</a:t>
                      </a:r>
                    </a:p>
                  </a:txBody>
                  <a:tcPr anchor="ctr">
                    <a:lnL>
                      <a:noFill/>
                    </a:lnL>
                    <a:lnR>
                      <a:noFill/>
                    </a:lnR>
                    <a:lnT>
                      <a:noFill/>
                    </a:lnT>
                    <a:lnB>
                      <a:noFill/>
                    </a:lnB>
                    <a:noFill/>
                  </a:tcPr>
                </a:tc>
                <a:tc>
                  <a:txBody>
                    <a:bodyPr/>
                    <a:lstStyle/>
                    <a:p>
                      <a:pPr>
                        <a:buNone/>
                      </a:pPr>
                      <a:r>
                        <a:rPr lang="en-US" dirty="0"/>
                        <a:t>15944</a:t>
                      </a:r>
                    </a:p>
                  </a:txBody>
                  <a:tcPr anchor="ctr">
                    <a:lnL>
                      <a:noFill/>
                    </a:lnL>
                    <a:lnR>
                      <a:noFill/>
                    </a:lnR>
                    <a:lnT>
                      <a:noFill/>
                    </a:lnT>
                    <a:lnB>
                      <a:noFill/>
                    </a:lnB>
                    <a:noFill/>
                  </a:tcPr>
                </a:tc>
                <a:tc>
                  <a:txBody>
                    <a:bodyPr/>
                    <a:lstStyle/>
                    <a:p>
                      <a:pPr>
                        <a:buNone/>
                      </a:pPr>
                      <a:r>
                        <a:rPr lang="en-US" dirty="0"/>
                        <a:t>3448</a:t>
                      </a:r>
                    </a:p>
                  </a:txBody>
                  <a:tcPr anchor="ctr">
                    <a:lnL>
                      <a:noFill/>
                    </a:lnL>
                    <a:lnR>
                      <a:noFill/>
                    </a:lnR>
                    <a:lnT>
                      <a:noFill/>
                    </a:lnT>
                    <a:lnB>
                      <a:noFill/>
                    </a:lnB>
                    <a:noFill/>
                  </a:tcPr>
                </a:tc>
                <a:tc>
                  <a:txBody>
                    <a:bodyPr/>
                    <a:lstStyle/>
                    <a:p>
                      <a:pPr>
                        <a:buNone/>
                      </a:pPr>
                      <a:r>
                        <a:rPr lang="en-US" dirty="0"/>
                        <a:t>37.6%</a:t>
                      </a:r>
                    </a:p>
                  </a:txBody>
                  <a:tcPr anchor="ctr">
                    <a:lnL>
                      <a:noFill/>
                    </a:lnL>
                    <a:lnR>
                      <a:noFill/>
                    </a:lnR>
                    <a:lnT>
                      <a:noFill/>
                    </a:lnT>
                    <a:lnB>
                      <a:noFill/>
                    </a:lnB>
                    <a:noFill/>
                  </a:tcPr>
                </a:tc>
                <a:extLst>
                  <a:ext uri="{0D108BD9-81ED-4DB2-BD59-A6C34878D82A}">
                    <a16:rowId xmlns:a16="http://schemas.microsoft.com/office/drawing/2014/main" val="3532012742"/>
                  </a:ext>
                </a:extLst>
              </a:tr>
              <a:tr h="0">
                <a:tc>
                  <a:txBody>
                    <a:bodyPr/>
                    <a:lstStyle/>
                    <a:p>
                      <a:pPr>
                        <a:buNone/>
                      </a:pPr>
                      <a:r>
                        <a:rPr lang="en-US" dirty="0"/>
                        <a:t>Step 2</a:t>
                      </a:r>
                    </a:p>
                  </a:txBody>
                  <a:tcPr anchor="ctr">
                    <a:lnL>
                      <a:noFill/>
                    </a:lnL>
                    <a:lnR>
                      <a:noFill/>
                    </a:lnR>
                    <a:lnT>
                      <a:noFill/>
                    </a:lnT>
                    <a:lnB>
                      <a:noFill/>
                    </a:lnB>
                    <a:noFill/>
                  </a:tcPr>
                </a:tc>
                <a:tc>
                  <a:txBody>
                    <a:bodyPr/>
                    <a:lstStyle/>
                    <a:p>
                      <a:pPr>
                        <a:buNone/>
                      </a:pPr>
                      <a:r>
                        <a:rPr lang="en-US" b="1" dirty="0"/>
                        <a:t>Majority (3-of-4 rule)</a:t>
                      </a:r>
                      <a:endParaRPr lang="en-US" dirty="0"/>
                    </a:p>
                  </a:txBody>
                  <a:tcPr anchor="ctr">
                    <a:lnL>
                      <a:noFill/>
                    </a:lnL>
                    <a:lnR>
                      <a:noFill/>
                    </a:lnR>
                    <a:lnT>
                      <a:noFill/>
                    </a:lnT>
                    <a:lnB>
                      <a:noFill/>
                    </a:lnB>
                    <a:noFill/>
                  </a:tcPr>
                </a:tc>
                <a:tc>
                  <a:txBody>
                    <a:bodyPr/>
                    <a:lstStyle/>
                    <a:p>
                      <a:pPr>
                        <a:buNone/>
                      </a:pPr>
                      <a:r>
                        <a:rPr lang="en-US" dirty="0"/>
                        <a:t>12163</a:t>
                      </a:r>
                    </a:p>
                  </a:txBody>
                  <a:tcPr anchor="ctr">
                    <a:lnL>
                      <a:noFill/>
                    </a:lnL>
                    <a:lnR>
                      <a:noFill/>
                    </a:lnR>
                    <a:lnT>
                      <a:noFill/>
                    </a:lnT>
                    <a:lnB>
                      <a:noFill/>
                    </a:lnB>
                    <a:noFill/>
                  </a:tcPr>
                </a:tc>
                <a:tc>
                  <a:txBody>
                    <a:bodyPr/>
                    <a:lstStyle/>
                    <a:p>
                      <a:pPr>
                        <a:buNone/>
                      </a:pPr>
                      <a:r>
                        <a:rPr lang="en-US" dirty="0"/>
                        <a:t>14813</a:t>
                      </a:r>
                    </a:p>
                  </a:txBody>
                  <a:tcPr anchor="ctr">
                    <a:lnL>
                      <a:noFill/>
                    </a:lnL>
                    <a:lnR>
                      <a:noFill/>
                    </a:lnR>
                    <a:lnT>
                      <a:noFill/>
                    </a:lnT>
                    <a:lnB>
                      <a:noFill/>
                    </a:lnB>
                    <a:noFill/>
                  </a:tcPr>
                </a:tc>
                <a:tc>
                  <a:txBody>
                    <a:bodyPr/>
                    <a:lstStyle/>
                    <a:p>
                      <a:pPr>
                        <a:buNone/>
                      </a:pPr>
                      <a:r>
                        <a:rPr lang="en-US" dirty="0"/>
                        <a:t>3082</a:t>
                      </a:r>
                    </a:p>
                  </a:txBody>
                  <a:tcPr anchor="ctr">
                    <a:lnL>
                      <a:noFill/>
                    </a:lnL>
                    <a:lnR>
                      <a:noFill/>
                    </a:lnR>
                    <a:lnT>
                      <a:noFill/>
                    </a:lnT>
                    <a:lnB>
                      <a:noFill/>
                    </a:lnB>
                    <a:noFill/>
                  </a:tcPr>
                </a:tc>
                <a:tc>
                  <a:txBody>
                    <a:bodyPr/>
                    <a:lstStyle/>
                    <a:p>
                      <a:pPr>
                        <a:buNone/>
                      </a:pPr>
                      <a:r>
                        <a:rPr lang="en-US" dirty="0"/>
                        <a:t>39.2%</a:t>
                      </a:r>
                    </a:p>
                  </a:txBody>
                  <a:tcPr anchor="ctr">
                    <a:lnL>
                      <a:noFill/>
                    </a:lnL>
                    <a:lnR>
                      <a:noFill/>
                    </a:lnR>
                    <a:lnT>
                      <a:noFill/>
                    </a:lnT>
                    <a:lnB>
                      <a:noFill/>
                    </a:lnB>
                    <a:noFill/>
                  </a:tcPr>
                </a:tc>
                <a:extLst>
                  <a:ext uri="{0D108BD9-81ED-4DB2-BD59-A6C34878D82A}">
                    <a16:rowId xmlns:a16="http://schemas.microsoft.com/office/drawing/2014/main" val="772656522"/>
                  </a:ext>
                </a:extLst>
              </a:tr>
              <a:tr h="0">
                <a:tc>
                  <a:txBody>
                    <a:bodyPr/>
                    <a:lstStyle/>
                    <a:p>
                      <a:pPr>
                        <a:buNone/>
                      </a:pPr>
                      <a:r>
                        <a:rPr lang="en-US" b="1" dirty="0"/>
                        <a:t>Step 3</a:t>
                      </a:r>
                    </a:p>
                  </a:txBody>
                  <a:tcPr anchor="ctr">
                    <a:lnL>
                      <a:noFill/>
                    </a:lnL>
                    <a:lnR>
                      <a:noFill/>
                    </a:lnR>
                    <a:lnT>
                      <a:noFill/>
                    </a:lnT>
                    <a:lnB>
                      <a:noFill/>
                    </a:lnB>
                    <a:noFill/>
                  </a:tcPr>
                </a:tc>
                <a:tc>
                  <a:txBody>
                    <a:bodyPr/>
                    <a:lstStyle/>
                    <a:p>
                      <a:pPr>
                        <a:buNone/>
                      </a:pPr>
                      <a:r>
                        <a:rPr lang="en-US" b="1" dirty="0"/>
                        <a:t>Majority extended</a:t>
                      </a:r>
                    </a:p>
                  </a:txBody>
                  <a:tcPr anchor="ctr">
                    <a:lnL>
                      <a:noFill/>
                    </a:lnL>
                    <a:lnR>
                      <a:noFill/>
                    </a:lnR>
                    <a:lnT>
                      <a:noFill/>
                    </a:lnT>
                    <a:lnB>
                      <a:noFill/>
                    </a:lnB>
                    <a:noFill/>
                  </a:tcPr>
                </a:tc>
                <a:tc>
                  <a:txBody>
                    <a:bodyPr/>
                    <a:lstStyle/>
                    <a:p>
                      <a:pPr>
                        <a:buNone/>
                      </a:pPr>
                      <a:r>
                        <a:rPr lang="en-US" dirty="0"/>
                        <a:t>17442</a:t>
                      </a:r>
                    </a:p>
                  </a:txBody>
                  <a:tcPr anchor="ctr">
                    <a:lnL>
                      <a:noFill/>
                    </a:lnL>
                    <a:lnR>
                      <a:noFill/>
                    </a:lnR>
                    <a:lnT>
                      <a:noFill/>
                    </a:lnT>
                    <a:lnB>
                      <a:noFill/>
                    </a:lnB>
                    <a:noFill/>
                  </a:tcPr>
                </a:tc>
                <a:tc>
                  <a:txBody>
                    <a:bodyPr/>
                    <a:lstStyle/>
                    <a:p>
                      <a:pPr>
                        <a:buNone/>
                      </a:pPr>
                      <a:r>
                        <a:rPr lang="en-US" dirty="0"/>
                        <a:t>10534</a:t>
                      </a:r>
                    </a:p>
                  </a:txBody>
                  <a:tcPr anchor="ctr">
                    <a:lnL>
                      <a:noFill/>
                    </a:lnL>
                    <a:lnR>
                      <a:noFill/>
                    </a:lnR>
                    <a:lnT>
                      <a:noFill/>
                    </a:lnT>
                    <a:lnB>
                      <a:noFill/>
                    </a:lnB>
                    <a:noFill/>
                  </a:tcPr>
                </a:tc>
                <a:tc>
                  <a:txBody>
                    <a:bodyPr/>
                    <a:lstStyle/>
                    <a:p>
                      <a:pPr>
                        <a:buNone/>
                      </a:pPr>
                      <a:r>
                        <a:rPr lang="en-US" dirty="0"/>
                        <a:t>3082</a:t>
                      </a:r>
                    </a:p>
                  </a:txBody>
                  <a:tcPr anchor="ctr">
                    <a:lnL>
                      <a:noFill/>
                    </a:lnL>
                    <a:lnR>
                      <a:noFill/>
                    </a:lnR>
                    <a:lnT>
                      <a:noFill/>
                    </a:lnT>
                    <a:lnB>
                      <a:noFill/>
                    </a:lnB>
                    <a:noFill/>
                  </a:tcPr>
                </a:tc>
                <a:tc>
                  <a:txBody>
                    <a:bodyPr/>
                    <a:lstStyle/>
                    <a:p>
                      <a:pPr>
                        <a:buNone/>
                      </a:pPr>
                      <a:r>
                        <a:rPr lang="en-US" dirty="0"/>
                        <a:t>56.16%</a:t>
                      </a:r>
                    </a:p>
                  </a:txBody>
                  <a:tcPr anchor="ctr">
                    <a:lnL>
                      <a:noFill/>
                    </a:lnL>
                    <a:lnR>
                      <a:noFill/>
                    </a:lnR>
                    <a:lnT>
                      <a:noFill/>
                    </a:lnT>
                    <a:lnB>
                      <a:noFill/>
                    </a:lnB>
                    <a:noFill/>
                  </a:tcPr>
                </a:tc>
                <a:extLst>
                  <a:ext uri="{0D108BD9-81ED-4DB2-BD59-A6C34878D82A}">
                    <a16:rowId xmlns:a16="http://schemas.microsoft.com/office/drawing/2014/main" val="3273889094"/>
                  </a:ext>
                </a:extLst>
              </a:tr>
              <a:tr h="0">
                <a:tc>
                  <a:txBody>
                    <a:bodyPr/>
                    <a:lstStyle/>
                    <a:p>
                      <a:pPr>
                        <a:buNone/>
                      </a:pPr>
                      <a:r>
                        <a:rPr lang="en-US" b="1" dirty="0"/>
                        <a:t>Step 4</a:t>
                      </a:r>
                    </a:p>
                  </a:txBody>
                  <a:tcPr anchor="ctr">
                    <a:lnL>
                      <a:noFill/>
                    </a:lnL>
                    <a:lnR>
                      <a:noFill/>
                    </a:lnR>
                    <a:lnT>
                      <a:noFill/>
                    </a:lnT>
                    <a:lnB>
                      <a:noFill/>
                    </a:lnB>
                    <a:noFill/>
                  </a:tcPr>
                </a:tc>
                <a:tc>
                  <a:txBody>
                    <a:bodyPr/>
                    <a:lstStyle/>
                    <a:p>
                      <a:pPr>
                        <a:buNone/>
                      </a:pPr>
                      <a:r>
                        <a:rPr lang="en-US" b="1" dirty="0"/>
                        <a:t>Other side (3-4 Majority)</a:t>
                      </a:r>
                    </a:p>
                  </a:txBody>
                  <a:tcPr anchor="ctr">
                    <a:lnL>
                      <a:noFill/>
                    </a:lnL>
                    <a:lnR>
                      <a:noFill/>
                    </a:lnR>
                    <a:lnT>
                      <a:noFill/>
                    </a:lnT>
                    <a:lnB>
                      <a:noFill/>
                    </a:lnB>
                    <a:noFill/>
                  </a:tcPr>
                </a:tc>
                <a:tc>
                  <a:txBody>
                    <a:bodyPr/>
                    <a:lstStyle/>
                    <a:p>
                      <a:pPr>
                        <a:buNone/>
                      </a:pPr>
                      <a:r>
                        <a:rPr lang="en-US" dirty="0"/>
                        <a:t>24470</a:t>
                      </a:r>
                    </a:p>
                  </a:txBody>
                  <a:tcPr anchor="ctr">
                    <a:lnL>
                      <a:noFill/>
                    </a:lnL>
                    <a:lnR>
                      <a:noFill/>
                    </a:lnR>
                    <a:lnT>
                      <a:noFill/>
                    </a:lnT>
                    <a:lnB>
                      <a:noFill/>
                    </a:lnB>
                    <a:noFill/>
                  </a:tcPr>
                </a:tc>
                <a:tc>
                  <a:txBody>
                    <a:bodyPr/>
                    <a:lstStyle/>
                    <a:p>
                      <a:pPr>
                        <a:buNone/>
                      </a:pPr>
                      <a:r>
                        <a:rPr lang="en-US" dirty="0"/>
                        <a:t>3506</a:t>
                      </a:r>
                    </a:p>
                  </a:txBody>
                  <a:tcPr anchor="ctr">
                    <a:lnL>
                      <a:noFill/>
                    </a:lnL>
                    <a:lnR>
                      <a:noFill/>
                    </a:lnR>
                    <a:lnT>
                      <a:noFill/>
                    </a:lnT>
                    <a:lnB>
                      <a:noFill/>
                    </a:lnB>
                    <a:noFill/>
                  </a:tcPr>
                </a:tc>
                <a:tc>
                  <a:txBody>
                    <a:bodyPr/>
                    <a:lstStyle/>
                    <a:p>
                      <a:pPr>
                        <a:buNone/>
                      </a:pPr>
                      <a:r>
                        <a:rPr lang="en-US" dirty="0"/>
                        <a:t>3082</a:t>
                      </a:r>
                    </a:p>
                  </a:txBody>
                  <a:tcPr anchor="ctr">
                    <a:lnL>
                      <a:noFill/>
                    </a:lnL>
                    <a:lnR>
                      <a:noFill/>
                    </a:lnR>
                    <a:lnT>
                      <a:noFill/>
                    </a:lnT>
                    <a:lnB>
                      <a:noFill/>
                    </a:lnB>
                    <a:noFill/>
                  </a:tcPr>
                </a:tc>
                <a:tc>
                  <a:txBody>
                    <a:bodyPr/>
                    <a:lstStyle/>
                    <a:p>
                      <a:pPr>
                        <a:buNone/>
                      </a:pPr>
                      <a:r>
                        <a:rPr lang="en-US" dirty="0"/>
                        <a:t>78.8%</a:t>
                      </a:r>
                    </a:p>
                  </a:txBody>
                  <a:tcPr anchor="ctr">
                    <a:lnL>
                      <a:noFill/>
                    </a:lnL>
                    <a:lnR>
                      <a:noFill/>
                    </a:lnR>
                    <a:lnT>
                      <a:noFill/>
                    </a:lnT>
                    <a:lnB>
                      <a:noFill/>
                    </a:lnB>
                    <a:noFill/>
                  </a:tcPr>
                </a:tc>
                <a:extLst>
                  <a:ext uri="{0D108BD9-81ED-4DB2-BD59-A6C34878D82A}">
                    <a16:rowId xmlns:a16="http://schemas.microsoft.com/office/drawing/2014/main" val="1104737430"/>
                  </a:ext>
                </a:extLst>
              </a:tr>
            </a:tbl>
          </a:graphicData>
        </a:graphic>
      </p:graphicFrame>
    </p:spTree>
    <p:extLst>
      <p:ext uri="{BB962C8B-B14F-4D97-AF65-F5344CB8AC3E}">
        <p14:creationId xmlns:p14="http://schemas.microsoft.com/office/powerpoint/2010/main" val="2693492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F1D86-7266-F945-210A-FC25A39953FD}"/>
              </a:ext>
            </a:extLst>
          </p:cNvPr>
          <p:cNvSpPr>
            <a:spLocks noGrp="1"/>
          </p:cNvSpPr>
          <p:nvPr>
            <p:ph type="title"/>
          </p:nvPr>
        </p:nvSpPr>
        <p:spPr>
          <a:xfrm>
            <a:off x="838200" y="119380"/>
            <a:ext cx="10515600" cy="1325563"/>
          </a:xfrm>
        </p:spPr>
        <p:txBody>
          <a:bodyPr>
            <a:normAutofit/>
          </a:bodyPr>
          <a:lstStyle/>
          <a:p>
            <a:r>
              <a:rPr lang="en-US" dirty="0"/>
              <a:t>Conflating with log mile data</a:t>
            </a:r>
            <a:br>
              <a:rPr lang="en-US" dirty="0"/>
            </a:br>
            <a:r>
              <a:rPr lang="en-US" sz="1800" dirty="0"/>
              <a:t>30661 incidents within 50 meters of truck parking zone</a:t>
            </a:r>
            <a:endParaRPr lang="en-US" sz="2000" dirty="0"/>
          </a:p>
        </p:txBody>
      </p:sp>
      <p:sp>
        <p:nvSpPr>
          <p:cNvPr id="4" name="Footer Placeholder 3">
            <a:extLst>
              <a:ext uri="{FF2B5EF4-FFF2-40B4-BE49-F238E27FC236}">
                <a16:creationId xmlns:a16="http://schemas.microsoft.com/office/drawing/2014/main" id="{0B00400A-A72F-E12C-8E3D-87563FAA4173}"/>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2966A061-DB39-8C63-2DBD-745C579B594D}"/>
              </a:ext>
            </a:extLst>
          </p:cNvPr>
          <p:cNvSpPr>
            <a:spLocks noGrp="1"/>
          </p:cNvSpPr>
          <p:nvPr>
            <p:ph type="sldNum" sz="quarter" idx="4"/>
          </p:nvPr>
        </p:nvSpPr>
        <p:spPr/>
        <p:txBody>
          <a:bodyPr/>
          <a:lstStyle/>
          <a:p>
            <a:fld id="{80E8E832-D5BD-E340-9950-DA7B1292B12F}" type="slidenum">
              <a:rPr lang="en-US" smtClean="0"/>
              <a:t>6</a:t>
            </a:fld>
            <a:endParaRPr lang="en-US"/>
          </a:p>
        </p:txBody>
      </p:sp>
      <p:graphicFrame>
        <p:nvGraphicFramePr>
          <p:cNvPr id="10" name="Content Placeholder 9">
            <a:extLst>
              <a:ext uri="{FF2B5EF4-FFF2-40B4-BE49-F238E27FC236}">
                <a16:creationId xmlns:a16="http://schemas.microsoft.com/office/drawing/2014/main" id="{E00D42B7-5600-DAC3-C268-898B0A9CA1CE}"/>
              </a:ext>
            </a:extLst>
          </p:cNvPr>
          <p:cNvGraphicFramePr>
            <a:graphicFrameLocks noGrp="1"/>
          </p:cNvGraphicFramePr>
          <p:nvPr>
            <p:ph idx="1"/>
            <p:extLst>
              <p:ext uri="{D42A27DB-BD31-4B8C-83A1-F6EECF244321}">
                <p14:modId xmlns:p14="http://schemas.microsoft.com/office/powerpoint/2010/main" val="2694054308"/>
              </p:ext>
            </p:extLst>
          </p:nvPr>
        </p:nvGraphicFramePr>
        <p:xfrm>
          <a:off x="1006860" y="1489497"/>
          <a:ext cx="9108690" cy="4606192"/>
        </p:xfrm>
        <a:graphic>
          <a:graphicData uri="http://schemas.openxmlformats.org/drawingml/2006/table">
            <a:tbl>
              <a:tblPr/>
              <a:tblGrid>
                <a:gridCol w="2015740">
                  <a:extLst>
                    <a:ext uri="{9D8B030D-6E8A-4147-A177-3AD203B41FA5}">
                      <a16:colId xmlns:a16="http://schemas.microsoft.com/office/drawing/2014/main" val="3385578970"/>
                    </a:ext>
                  </a:extLst>
                </a:gridCol>
                <a:gridCol w="1627736">
                  <a:extLst>
                    <a:ext uri="{9D8B030D-6E8A-4147-A177-3AD203B41FA5}">
                      <a16:colId xmlns:a16="http://schemas.microsoft.com/office/drawing/2014/main" val="2928208451"/>
                    </a:ext>
                  </a:extLst>
                </a:gridCol>
                <a:gridCol w="1821738">
                  <a:extLst>
                    <a:ext uri="{9D8B030D-6E8A-4147-A177-3AD203B41FA5}">
                      <a16:colId xmlns:a16="http://schemas.microsoft.com/office/drawing/2014/main" val="2323524131"/>
                    </a:ext>
                  </a:extLst>
                </a:gridCol>
                <a:gridCol w="1821738">
                  <a:extLst>
                    <a:ext uri="{9D8B030D-6E8A-4147-A177-3AD203B41FA5}">
                      <a16:colId xmlns:a16="http://schemas.microsoft.com/office/drawing/2014/main" val="668047649"/>
                    </a:ext>
                  </a:extLst>
                </a:gridCol>
                <a:gridCol w="1821738">
                  <a:extLst>
                    <a:ext uri="{9D8B030D-6E8A-4147-A177-3AD203B41FA5}">
                      <a16:colId xmlns:a16="http://schemas.microsoft.com/office/drawing/2014/main" val="1460731601"/>
                    </a:ext>
                  </a:extLst>
                </a:gridCol>
              </a:tblGrid>
              <a:tr h="269654">
                <a:tc>
                  <a:txBody>
                    <a:bodyPr/>
                    <a:lstStyle/>
                    <a:p>
                      <a:pPr>
                        <a:buNone/>
                      </a:pPr>
                      <a:r>
                        <a:rPr lang="en-US" sz="1300"/>
                        <a:t>Step Description</a:t>
                      </a:r>
                    </a:p>
                  </a:txBody>
                  <a:tcPr marL="63990" marR="63990" marT="31995" marB="31995" anchor="ctr">
                    <a:lnL>
                      <a:noFill/>
                    </a:lnL>
                    <a:lnR>
                      <a:noFill/>
                    </a:lnR>
                    <a:lnT>
                      <a:noFill/>
                    </a:lnT>
                    <a:lnB>
                      <a:noFill/>
                    </a:lnB>
                    <a:noFill/>
                  </a:tcPr>
                </a:tc>
                <a:tc>
                  <a:txBody>
                    <a:bodyPr/>
                    <a:lstStyle/>
                    <a:p>
                      <a:pPr>
                        <a:buNone/>
                      </a:pPr>
                      <a:r>
                        <a:rPr lang="en-US" sz="1300"/>
                        <a:t>Match</a:t>
                      </a:r>
                    </a:p>
                  </a:txBody>
                  <a:tcPr marL="63990" marR="63990" marT="31995" marB="31995" anchor="ctr">
                    <a:lnL>
                      <a:noFill/>
                    </a:lnL>
                    <a:lnR>
                      <a:noFill/>
                    </a:lnR>
                    <a:lnT>
                      <a:noFill/>
                    </a:lnT>
                    <a:lnB>
                      <a:noFill/>
                    </a:lnB>
                    <a:noFill/>
                  </a:tcPr>
                </a:tc>
                <a:tc>
                  <a:txBody>
                    <a:bodyPr/>
                    <a:lstStyle/>
                    <a:p>
                      <a:pPr>
                        <a:buNone/>
                      </a:pPr>
                      <a:r>
                        <a:rPr lang="en-US" sz="1300"/>
                        <a:t>Mismatch</a:t>
                      </a:r>
                    </a:p>
                  </a:txBody>
                  <a:tcPr marL="63990" marR="63990" marT="31995" marB="31995" anchor="ctr">
                    <a:lnL>
                      <a:noFill/>
                    </a:lnL>
                    <a:lnR>
                      <a:noFill/>
                    </a:lnR>
                    <a:lnT>
                      <a:noFill/>
                    </a:lnT>
                    <a:lnB>
                      <a:noFill/>
                    </a:lnB>
                    <a:noFill/>
                  </a:tcPr>
                </a:tc>
                <a:tc>
                  <a:txBody>
                    <a:bodyPr/>
                    <a:lstStyle/>
                    <a:p>
                      <a:pPr>
                        <a:buNone/>
                      </a:pPr>
                      <a:r>
                        <a:rPr lang="en-US" sz="1300"/>
                        <a:t>Unknown</a:t>
                      </a:r>
                    </a:p>
                  </a:txBody>
                  <a:tcPr marL="63990" marR="63990" marT="31995" marB="31995" anchor="ctr">
                    <a:lnL>
                      <a:noFill/>
                    </a:lnL>
                    <a:lnR>
                      <a:noFill/>
                    </a:lnR>
                    <a:lnT>
                      <a:noFill/>
                    </a:lnT>
                    <a:lnB>
                      <a:noFill/>
                    </a:lnB>
                    <a:noFill/>
                  </a:tcPr>
                </a:tc>
                <a:tc>
                  <a:txBody>
                    <a:bodyPr/>
                    <a:lstStyle/>
                    <a:p>
                      <a:pPr>
                        <a:buNone/>
                      </a:pPr>
                      <a:r>
                        <a:rPr lang="en-US" sz="1300"/>
                        <a:t>Match %</a:t>
                      </a:r>
                    </a:p>
                  </a:txBody>
                  <a:tcPr marL="63990" marR="63990" marT="31995" marB="31995" anchor="ctr">
                    <a:lnL>
                      <a:noFill/>
                    </a:lnL>
                    <a:lnR>
                      <a:noFill/>
                    </a:lnR>
                    <a:lnT>
                      <a:noFill/>
                    </a:lnT>
                    <a:lnB>
                      <a:noFill/>
                    </a:lnB>
                    <a:noFill/>
                  </a:tcPr>
                </a:tc>
                <a:extLst>
                  <a:ext uri="{0D108BD9-81ED-4DB2-BD59-A6C34878D82A}">
                    <a16:rowId xmlns:a16="http://schemas.microsoft.com/office/drawing/2014/main" val="1656811788"/>
                  </a:ext>
                </a:extLst>
              </a:tr>
              <a:tr h="639902">
                <a:tc>
                  <a:txBody>
                    <a:bodyPr/>
                    <a:lstStyle/>
                    <a:p>
                      <a:pPr>
                        <a:buNone/>
                      </a:pPr>
                      <a:r>
                        <a:rPr lang="en-US" sz="1300"/>
                        <a:t>Step 1 - milepointdirection_match</a:t>
                      </a:r>
                    </a:p>
                  </a:txBody>
                  <a:tcPr marL="63990" marR="63990" marT="31995" marB="31995" anchor="ctr">
                    <a:lnL>
                      <a:noFill/>
                    </a:lnL>
                    <a:lnR>
                      <a:noFill/>
                    </a:lnR>
                    <a:lnT>
                      <a:noFill/>
                    </a:lnT>
                    <a:lnB>
                      <a:noFill/>
                    </a:lnB>
                    <a:noFill/>
                  </a:tcPr>
                </a:tc>
                <a:tc>
                  <a:txBody>
                    <a:bodyPr/>
                    <a:lstStyle/>
                    <a:p>
                      <a:pPr>
                        <a:buNone/>
                      </a:pPr>
                      <a:r>
                        <a:rPr lang="en-US" sz="1300"/>
                        <a:t>11,496</a:t>
                      </a:r>
                    </a:p>
                  </a:txBody>
                  <a:tcPr marL="63990" marR="63990" marT="31995" marB="31995" anchor="ctr">
                    <a:lnL>
                      <a:noFill/>
                    </a:lnL>
                    <a:lnR>
                      <a:noFill/>
                    </a:lnR>
                    <a:lnT>
                      <a:noFill/>
                    </a:lnT>
                    <a:lnB>
                      <a:noFill/>
                    </a:lnB>
                    <a:noFill/>
                  </a:tcPr>
                </a:tc>
                <a:tc>
                  <a:txBody>
                    <a:bodyPr/>
                    <a:lstStyle/>
                    <a:p>
                      <a:pPr>
                        <a:buNone/>
                      </a:pPr>
                      <a:r>
                        <a:rPr lang="en-US" sz="1300"/>
                        <a:t>16,218</a:t>
                      </a:r>
                    </a:p>
                  </a:txBody>
                  <a:tcPr marL="63990" marR="63990" marT="31995" marB="31995" anchor="ctr">
                    <a:lnL>
                      <a:noFill/>
                    </a:lnL>
                    <a:lnR>
                      <a:noFill/>
                    </a:lnR>
                    <a:lnT>
                      <a:noFill/>
                    </a:lnT>
                    <a:lnB>
                      <a:noFill/>
                    </a:lnB>
                    <a:noFill/>
                  </a:tcPr>
                </a:tc>
                <a:tc>
                  <a:txBody>
                    <a:bodyPr/>
                    <a:lstStyle/>
                    <a:p>
                      <a:pPr>
                        <a:buNone/>
                      </a:pPr>
                      <a:r>
                        <a:rPr lang="en-US" sz="1300"/>
                        <a:t>2,947</a:t>
                      </a:r>
                    </a:p>
                  </a:txBody>
                  <a:tcPr marL="63990" marR="63990" marT="31995" marB="31995" anchor="ctr">
                    <a:lnL>
                      <a:noFill/>
                    </a:lnL>
                    <a:lnR>
                      <a:noFill/>
                    </a:lnR>
                    <a:lnT>
                      <a:noFill/>
                    </a:lnT>
                    <a:lnB>
                      <a:noFill/>
                    </a:lnB>
                    <a:noFill/>
                  </a:tcPr>
                </a:tc>
                <a:tc>
                  <a:txBody>
                    <a:bodyPr/>
                    <a:lstStyle/>
                    <a:p>
                      <a:pPr>
                        <a:buNone/>
                      </a:pPr>
                      <a:r>
                        <a:rPr lang="en-US" sz="1300"/>
                        <a:t>37.5%</a:t>
                      </a:r>
                    </a:p>
                  </a:txBody>
                  <a:tcPr marL="63990" marR="63990" marT="31995" marB="31995" anchor="ctr">
                    <a:lnL>
                      <a:noFill/>
                    </a:lnL>
                    <a:lnR>
                      <a:noFill/>
                    </a:lnR>
                    <a:lnT>
                      <a:noFill/>
                    </a:lnT>
                    <a:lnB>
                      <a:noFill/>
                    </a:lnB>
                    <a:noFill/>
                  </a:tcPr>
                </a:tc>
                <a:extLst>
                  <a:ext uri="{0D108BD9-81ED-4DB2-BD59-A6C34878D82A}">
                    <a16:rowId xmlns:a16="http://schemas.microsoft.com/office/drawing/2014/main" val="2742940814"/>
                  </a:ext>
                </a:extLst>
              </a:tr>
              <a:tr h="639902">
                <a:tc>
                  <a:txBody>
                    <a:bodyPr/>
                    <a:lstStyle/>
                    <a:p>
                      <a:pPr>
                        <a:buNone/>
                      </a:pPr>
                      <a:r>
                        <a:rPr lang="en-US" sz="1300"/>
                        <a:t>Step 1 - lanedirection_match</a:t>
                      </a:r>
                    </a:p>
                  </a:txBody>
                  <a:tcPr marL="63990" marR="63990" marT="31995" marB="31995" anchor="ctr">
                    <a:lnL>
                      <a:noFill/>
                    </a:lnL>
                    <a:lnR>
                      <a:noFill/>
                    </a:lnR>
                    <a:lnT>
                      <a:noFill/>
                    </a:lnT>
                    <a:lnB>
                      <a:noFill/>
                    </a:lnB>
                    <a:noFill/>
                  </a:tcPr>
                </a:tc>
                <a:tc>
                  <a:txBody>
                    <a:bodyPr/>
                    <a:lstStyle/>
                    <a:p>
                      <a:pPr>
                        <a:buNone/>
                      </a:pPr>
                      <a:r>
                        <a:rPr lang="en-US" sz="1300"/>
                        <a:t>11,890</a:t>
                      </a:r>
                    </a:p>
                  </a:txBody>
                  <a:tcPr marL="63990" marR="63990" marT="31995" marB="31995" anchor="ctr">
                    <a:lnL>
                      <a:noFill/>
                    </a:lnL>
                    <a:lnR>
                      <a:noFill/>
                    </a:lnR>
                    <a:lnT>
                      <a:noFill/>
                    </a:lnT>
                    <a:lnB>
                      <a:noFill/>
                    </a:lnB>
                    <a:noFill/>
                  </a:tcPr>
                </a:tc>
                <a:tc>
                  <a:txBody>
                    <a:bodyPr/>
                    <a:lstStyle/>
                    <a:p>
                      <a:pPr>
                        <a:buNone/>
                      </a:pPr>
                      <a:r>
                        <a:rPr lang="en-US" sz="1300"/>
                        <a:t>15,766</a:t>
                      </a:r>
                    </a:p>
                  </a:txBody>
                  <a:tcPr marL="63990" marR="63990" marT="31995" marB="31995" anchor="ctr">
                    <a:lnL>
                      <a:noFill/>
                    </a:lnL>
                    <a:lnR>
                      <a:noFill/>
                    </a:lnR>
                    <a:lnT>
                      <a:noFill/>
                    </a:lnT>
                    <a:lnB>
                      <a:noFill/>
                    </a:lnB>
                    <a:noFill/>
                  </a:tcPr>
                </a:tc>
                <a:tc>
                  <a:txBody>
                    <a:bodyPr/>
                    <a:lstStyle/>
                    <a:p>
                      <a:pPr>
                        <a:buNone/>
                      </a:pPr>
                      <a:r>
                        <a:rPr lang="en-US" sz="1300"/>
                        <a:t>3,005</a:t>
                      </a:r>
                    </a:p>
                  </a:txBody>
                  <a:tcPr marL="63990" marR="63990" marT="31995" marB="31995" anchor="ctr">
                    <a:lnL>
                      <a:noFill/>
                    </a:lnL>
                    <a:lnR>
                      <a:noFill/>
                    </a:lnR>
                    <a:lnT>
                      <a:noFill/>
                    </a:lnT>
                    <a:lnB>
                      <a:noFill/>
                    </a:lnB>
                    <a:noFill/>
                  </a:tcPr>
                </a:tc>
                <a:tc>
                  <a:txBody>
                    <a:bodyPr/>
                    <a:lstStyle/>
                    <a:p>
                      <a:pPr>
                        <a:buNone/>
                      </a:pPr>
                      <a:r>
                        <a:rPr lang="en-US" sz="1300"/>
                        <a:t>38.8%</a:t>
                      </a:r>
                    </a:p>
                  </a:txBody>
                  <a:tcPr marL="63990" marR="63990" marT="31995" marB="31995" anchor="ctr">
                    <a:lnL>
                      <a:noFill/>
                    </a:lnL>
                    <a:lnR>
                      <a:noFill/>
                    </a:lnR>
                    <a:lnT>
                      <a:noFill/>
                    </a:lnT>
                    <a:lnB>
                      <a:noFill/>
                    </a:lnB>
                    <a:noFill/>
                  </a:tcPr>
                </a:tc>
                <a:extLst>
                  <a:ext uri="{0D108BD9-81ED-4DB2-BD59-A6C34878D82A}">
                    <a16:rowId xmlns:a16="http://schemas.microsoft.com/office/drawing/2014/main" val="3591457909"/>
                  </a:ext>
                </a:extLst>
              </a:tr>
              <a:tr h="447932">
                <a:tc>
                  <a:txBody>
                    <a:bodyPr/>
                    <a:lstStyle/>
                    <a:p>
                      <a:pPr>
                        <a:buNone/>
                      </a:pPr>
                      <a:r>
                        <a:rPr lang="en-US" sz="1300"/>
                        <a:t>Step 1 - logmile_dir_match</a:t>
                      </a:r>
                    </a:p>
                  </a:txBody>
                  <a:tcPr marL="63990" marR="63990" marT="31995" marB="31995" anchor="ctr">
                    <a:lnL>
                      <a:noFill/>
                    </a:lnL>
                    <a:lnR>
                      <a:noFill/>
                    </a:lnR>
                    <a:lnT>
                      <a:noFill/>
                    </a:lnT>
                    <a:lnB>
                      <a:noFill/>
                    </a:lnB>
                    <a:noFill/>
                  </a:tcPr>
                </a:tc>
                <a:tc>
                  <a:txBody>
                    <a:bodyPr/>
                    <a:lstStyle/>
                    <a:p>
                      <a:pPr>
                        <a:buNone/>
                      </a:pPr>
                      <a:r>
                        <a:rPr lang="en-US" sz="1300"/>
                        <a:t>8,992</a:t>
                      </a:r>
                    </a:p>
                  </a:txBody>
                  <a:tcPr marL="63990" marR="63990" marT="31995" marB="31995" anchor="ctr">
                    <a:lnL>
                      <a:noFill/>
                    </a:lnL>
                    <a:lnR>
                      <a:noFill/>
                    </a:lnR>
                    <a:lnT>
                      <a:noFill/>
                    </a:lnT>
                    <a:lnB>
                      <a:noFill/>
                    </a:lnB>
                    <a:noFill/>
                  </a:tcPr>
                </a:tc>
                <a:tc>
                  <a:txBody>
                    <a:bodyPr/>
                    <a:lstStyle/>
                    <a:p>
                      <a:pPr>
                        <a:buNone/>
                      </a:pPr>
                      <a:r>
                        <a:rPr lang="en-US" sz="1300"/>
                        <a:t>18,542</a:t>
                      </a:r>
                    </a:p>
                  </a:txBody>
                  <a:tcPr marL="63990" marR="63990" marT="31995" marB="31995" anchor="ctr">
                    <a:lnL>
                      <a:noFill/>
                    </a:lnL>
                    <a:lnR>
                      <a:noFill/>
                    </a:lnR>
                    <a:lnT>
                      <a:noFill/>
                    </a:lnT>
                    <a:lnB>
                      <a:noFill/>
                    </a:lnB>
                    <a:noFill/>
                  </a:tcPr>
                </a:tc>
                <a:tc>
                  <a:txBody>
                    <a:bodyPr/>
                    <a:lstStyle/>
                    <a:p>
                      <a:pPr>
                        <a:buNone/>
                      </a:pPr>
                      <a:r>
                        <a:rPr lang="en-US" sz="1300"/>
                        <a:t>3,127</a:t>
                      </a:r>
                    </a:p>
                  </a:txBody>
                  <a:tcPr marL="63990" marR="63990" marT="31995" marB="31995" anchor="ctr">
                    <a:lnL>
                      <a:noFill/>
                    </a:lnL>
                    <a:lnR>
                      <a:noFill/>
                    </a:lnR>
                    <a:lnT>
                      <a:noFill/>
                    </a:lnT>
                    <a:lnB>
                      <a:noFill/>
                    </a:lnB>
                    <a:noFill/>
                  </a:tcPr>
                </a:tc>
                <a:tc>
                  <a:txBody>
                    <a:bodyPr/>
                    <a:lstStyle/>
                    <a:p>
                      <a:pPr>
                        <a:buNone/>
                      </a:pPr>
                      <a:r>
                        <a:rPr lang="en-US" sz="1300"/>
                        <a:t>29.3%</a:t>
                      </a:r>
                    </a:p>
                  </a:txBody>
                  <a:tcPr marL="63990" marR="63990" marT="31995" marB="31995" anchor="ctr">
                    <a:lnL>
                      <a:noFill/>
                    </a:lnL>
                    <a:lnR>
                      <a:noFill/>
                    </a:lnR>
                    <a:lnT>
                      <a:noFill/>
                    </a:lnT>
                    <a:lnB>
                      <a:noFill/>
                    </a:lnB>
                    <a:noFill/>
                  </a:tcPr>
                </a:tc>
                <a:extLst>
                  <a:ext uri="{0D108BD9-81ED-4DB2-BD59-A6C34878D82A}">
                    <a16:rowId xmlns:a16="http://schemas.microsoft.com/office/drawing/2014/main" val="3387268578"/>
                  </a:ext>
                </a:extLst>
              </a:tr>
              <a:tr h="639902">
                <a:tc>
                  <a:txBody>
                    <a:bodyPr/>
                    <a:lstStyle/>
                    <a:p>
                      <a:pPr>
                        <a:buNone/>
                      </a:pPr>
                      <a:r>
                        <a:rPr lang="en-US" sz="1300"/>
                        <a:t>Step 1 - goingdirection_match</a:t>
                      </a:r>
                    </a:p>
                  </a:txBody>
                  <a:tcPr marL="63990" marR="63990" marT="31995" marB="31995" anchor="ctr">
                    <a:lnL>
                      <a:noFill/>
                    </a:lnL>
                    <a:lnR>
                      <a:noFill/>
                    </a:lnR>
                    <a:lnT>
                      <a:noFill/>
                    </a:lnT>
                    <a:lnB>
                      <a:noFill/>
                    </a:lnB>
                    <a:noFill/>
                  </a:tcPr>
                </a:tc>
                <a:tc>
                  <a:txBody>
                    <a:bodyPr/>
                    <a:lstStyle/>
                    <a:p>
                      <a:pPr>
                        <a:buNone/>
                      </a:pPr>
                      <a:r>
                        <a:rPr lang="en-US" sz="1300"/>
                        <a:t>11,702</a:t>
                      </a:r>
                    </a:p>
                  </a:txBody>
                  <a:tcPr marL="63990" marR="63990" marT="31995" marB="31995" anchor="ctr">
                    <a:lnL>
                      <a:noFill/>
                    </a:lnL>
                    <a:lnR>
                      <a:noFill/>
                    </a:lnR>
                    <a:lnT>
                      <a:noFill/>
                    </a:lnT>
                    <a:lnB>
                      <a:noFill/>
                    </a:lnB>
                    <a:noFill/>
                  </a:tcPr>
                </a:tc>
                <a:tc>
                  <a:txBody>
                    <a:bodyPr/>
                    <a:lstStyle/>
                    <a:p>
                      <a:pPr>
                        <a:buNone/>
                      </a:pPr>
                      <a:r>
                        <a:rPr lang="en-US" sz="1300"/>
                        <a:t>15,697</a:t>
                      </a:r>
                    </a:p>
                  </a:txBody>
                  <a:tcPr marL="63990" marR="63990" marT="31995" marB="31995" anchor="ctr">
                    <a:lnL>
                      <a:noFill/>
                    </a:lnL>
                    <a:lnR>
                      <a:noFill/>
                    </a:lnR>
                    <a:lnT>
                      <a:noFill/>
                    </a:lnT>
                    <a:lnB>
                      <a:noFill/>
                    </a:lnB>
                    <a:noFill/>
                  </a:tcPr>
                </a:tc>
                <a:tc>
                  <a:txBody>
                    <a:bodyPr/>
                    <a:lstStyle/>
                    <a:p>
                      <a:pPr>
                        <a:buNone/>
                      </a:pPr>
                      <a:r>
                        <a:rPr lang="en-US" sz="1300"/>
                        <a:t>3,262</a:t>
                      </a:r>
                    </a:p>
                  </a:txBody>
                  <a:tcPr marL="63990" marR="63990" marT="31995" marB="31995" anchor="ctr">
                    <a:lnL>
                      <a:noFill/>
                    </a:lnL>
                    <a:lnR>
                      <a:noFill/>
                    </a:lnR>
                    <a:lnT>
                      <a:noFill/>
                    </a:lnT>
                    <a:lnB>
                      <a:noFill/>
                    </a:lnB>
                    <a:noFill/>
                  </a:tcPr>
                </a:tc>
                <a:tc>
                  <a:txBody>
                    <a:bodyPr/>
                    <a:lstStyle/>
                    <a:p>
                      <a:pPr>
                        <a:buNone/>
                      </a:pPr>
                      <a:r>
                        <a:rPr lang="en-US" sz="1300"/>
                        <a:t>38.2%</a:t>
                      </a:r>
                    </a:p>
                  </a:txBody>
                  <a:tcPr marL="63990" marR="63990" marT="31995" marB="31995" anchor="ctr">
                    <a:lnL>
                      <a:noFill/>
                    </a:lnL>
                    <a:lnR>
                      <a:noFill/>
                    </a:lnR>
                    <a:lnT>
                      <a:noFill/>
                    </a:lnT>
                    <a:lnB>
                      <a:noFill/>
                    </a:lnB>
                    <a:noFill/>
                  </a:tcPr>
                </a:tc>
                <a:extLst>
                  <a:ext uri="{0D108BD9-81ED-4DB2-BD59-A6C34878D82A}">
                    <a16:rowId xmlns:a16="http://schemas.microsoft.com/office/drawing/2014/main" val="1480587248"/>
                  </a:ext>
                </a:extLst>
              </a:tr>
              <a:tr h="639902">
                <a:tc>
                  <a:txBody>
                    <a:bodyPr/>
                    <a:lstStyle/>
                    <a:p>
                      <a:pPr>
                        <a:buNone/>
                      </a:pPr>
                      <a:r>
                        <a:rPr lang="en-US" sz="1300"/>
                        <a:t>Step 2 - Majority Rule (3 of 4 or 2/4 w/ lane)</a:t>
                      </a:r>
                    </a:p>
                  </a:txBody>
                  <a:tcPr marL="63990" marR="63990" marT="31995" marB="31995" anchor="ctr">
                    <a:lnL>
                      <a:noFill/>
                    </a:lnL>
                    <a:lnR>
                      <a:noFill/>
                    </a:lnR>
                    <a:lnT>
                      <a:noFill/>
                    </a:lnT>
                    <a:lnB>
                      <a:noFill/>
                    </a:lnB>
                    <a:noFill/>
                  </a:tcPr>
                </a:tc>
                <a:tc>
                  <a:txBody>
                    <a:bodyPr/>
                    <a:lstStyle/>
                    <a:p>
                      <a:pPr>
                        <a:buNone/>
                      </a:pPr>
                      <a:r>
                        <a:rPr lang="en-US" sz="1300"/>
                        <a:t>11,724</a:t>
                      </a:r>
                    </a:p>
                  </a:txBody>
                  <a:tcPr marL="63990" marR="63990" marT="31995" marB="31995" anchor="ctr">
                    <a:lnL>
                      <a:noFill/>
                    </a:lnL>
                    <a:lnR>
                      <a:noFill/>
                    </a:lnR>
                    <a:lnT>
                      <a:noFill/>
                    </a:lnT>
                    <a:lnB>
                      <a:noFill/>
                    </a:lnB>
                    <a:noFill/>
                  </a:tcPr>
                </a:tc>
                <a:tc>
                  <a:txBody>
                    <a:bodyPr/>
                    <a:lstStyle/>
                    <a:p>
                      <a:pPr>
                        <a:buNone/>
                      </a:pPr>
                      <a:r>
                        <a:rPr lang="en-US" sz="1300"/>
                        <a:t>16,013</a:t>
                      </a:r>
                    </a:p>
                  </a:txBody>
                  <a:tcPr marL="63990" marR="63990" marT="31995" marB="31995" anchor="ctr">
                    <a:lnL>
                      <a:noFill/>
                    </a:lnL>
                    <a:lnR>
                      <a:noFill/>
                    </a:lnR>
                    <a:lnT>
                      <a:noFill/>
                    </a:lnT>
                    <a:lnB>
                      <a:noFill/>
                    </a:lnB>
                    <a:noFill/>
                  </a:tcPr>
                </a:tc>
                <a:tc>
                  <a:txBody>
                    <a:bodyPr/>
                    <a:lstStyle/>
                    <a:p>
                      <a:pPr>
                        <a:buNone/>
                      </a:pPr>
                      <a:r>
                        <a:rPr lang="en-US" sz="1300"/>
                        <a:t>2,924</a:t>
                      </a:r>
                    </a:p>
                  </a:txBody>
                  <a:tcPr marL="63990" marR="63990" marT="31995" marB="31995" anchor="ctr">
                    <a:lnL>
                      <a:noFill/>
                    </a:lnL>
                    <a:lnR>
                      <a:noFill/>
                    </a:lnR>
                    <a:lnT>
                      <a:noFill/>
                    </a:lnT>
                    <a:lnB>
                      <a:noFill/>
                    </a:lnB>
                    <a:noFill/>
                  </a:tcPr>
                </a:tc>
                <a:tc>
                  <a:txBody>
                    <a:bodyPr/>
                    <a:lstStyle/>
                    <a:p>
                      <a:pPr>
                        <a:buNone/>
                      </a:pPr>
                      <a:r>
                        <a:rPr lang="en-US" sz="1300"/>
                        <a:t>38.2%</a:t>
                      </a:r>
                    </a:p>
                  </a:txBody>
                  <a:tcPr marL="63990" marR="63990" marT="31995" marB="31995" anchor="ctr">
                    <a:lnL>
                      <a:noFill/>
                    </a:lnL>
                    <a:lnR>
                      <a:noFill/>
                    </a:lnR>
                    <a:lnT>
                      <a:noFill/>
                    </a:lnT>
                    <a:lnB>
                      <a:noFill/>
                    </a:lnB>
                    <a:noFill/>
                  </a:tcPr>
                </a:tc>
                <a:extLst>
                  <a:ext uri="{0D108BD9-81ED-4DB2-BD59-A6C34878D82A}">
                    <a16:rowId xmlns:a16="http://schemas.microsoft.com/office/drawing/2014/main" val="1633885275"/>
                  </a:ext>
                </a:extLst>
              </a:tr>
              <a:tr h="447932">
                <a:tc>
                  <a:txBody>
                    <a:bodyPr/>
                    <a:lstStyle/>
                    <a:p>
                      <a:pPr>
                        <a:buNone/>
                      </a:pPr>
                      <a:r>
                        <a:rPr lang="en-US" sz="1300"/>
                        <a:t>Step 3 - Any Match Fallback (1 of 4)</a:t>
                      </a:r>
                    </a:p>
                  </a:txBody>
                  <a:tcPr marL="63990" marR="63990" marT="31995" marB="31995" anchor="ctr">
                    <a:lnL>
                      <a:noFill/>
                    </a:lnL>
                    <a:lnR>
                      <a:noFill/>
                    </a:lnR>
                    <a:lnT>
                      <a:noFill/>
                    </a:lnT>
                    <a:lnB>
                      <a:noFill/>
                    </a:lnB>
                    <a:noFill/>
                  </a:tcPr>
                </a:tc>
                <a:tc>
                  <a:txBody>
                    <a:bodyPr/>
                    <a:lstStyle/>
                    <a:p>
                      <a:pPr>
                        <a:buNone/>
                      </a:pPr>
                      <a:r>
                        <a:rPr lang="en-US" sz="1300"/>
                        <a:t>19,169</a:t>
                      </a:r>
                    </a:p>
                  </a:txBody>
                  <a:tcPr marL="63990" marR="63990" marT="31995" marB="31995" anchor="ctr">
                    <a:lnL>
                      <a:noFill/>
                    </a:lnL>
                    <a:lnR>
                      <a:noFill/>
                    </a:lnR>
                    <a:lnT>
                      <a:noFill/>
                    </a:lnT>
                    <a:lnB>
                      <a:noFill/>
                    </a:lnB>
                    <a:noFill/>
                  </a:tcPr>
                </a:tc>
                <a:tc>
                  <a:txBody>
                    <a:bodyPr/>
                    <a:lstStyle/>
                    <a:p>
                      <a:pPr>
                        <a:buNone/>
                      </a:pPr>
                      <a:r>
                        <a:rPr lang="en-US" sz="1300" dirty="0"/>
                        <a:t>8,568</a:t>
                      </a:r>
                    </a:p>
                  </a:txBody>
                  <a:tcPr marL="63990" marR="63990" marT="31995" marB="31995" anchor="ctr">
                    <a:lnL>
                      <a:noFill/>
                    </a:lnL>
                    <a:lnR>
                      <a:noFill/>
                    </a:lnR>
                    <a:lnT>
                      <a:noFill/>
                    </a:lnT>
                    <a:lnB>
                      <a:noFill/>
                    </a:lnB>
                    <a:noFill/>
                  </a:tcPr>
                </a:tc>
                <a:tc>
                  <a:txBody>
                    <a:bodyPr/>
                    <a:lstStyle/>
                    <a:p>
                      <a:pPr>
                        <a:buNone/>
                      </a:pPr>
                      <a:r>
                        <a:rPr lang="en-US" sz="1300"/>
                        <a:t>2,924</a:t>
                      </a:r>
                    </a:p>
                  </a:txBody>
                  <a:tcPr marL="63990" marR="63990" marT="31995" marB="31995" anchor="ctr">
                    <a:lnL>
                      <a:noFill/>
                    </a:lnL>
                    <a:lnR>
                      <a:noFill/>
                    </a:lnR>
                    <a:lnT>
                      <a:noFill/>
                    </a:lnT>
                    <a:lnB>
                      <a:noFill/>
                    </a:lnB>
                    <a:noFill/>
                  </a:tcPr>
                </a:tc>
                <a:tc>
                  <a:txBody>
                    <a:bodyPr/>
                    <a:lstStyle/>
                    <a:p>
                      <a:pPr>
                        <a:buNone/>
                      </a:pPr>
                      <a:r>
                        <a:rPr lang="en-US" sz="1300"/>
                        <a:t>62.5%</a:t>
                      </a:r>
                    </a:p>
                  </a:txBody>
                  <a:tcPr marL="63990" marR="63990" marT="31995" marB="31995" anchor="ctr">
                    <a:lnL>
                      <a:noFill/>
                    </a:lnL>
                    <a:lnR>
                      <a:noFill/>
                    </a:lnR>
                    <a:lnT>
                      <a:noFill/>
                    </a:lnT>
                    <a:lnB>
                      <a:noFill/>
                    </a:lnB>
                    <a:noFill/>
                  </a:tcPr>
                </a:tc>
                <a:extLst>
                  <a:ext uri="{0D108BD9-81ED-4DB2-BD59-A6C34878D82A}">
                    <a16:rowId xmlns:a16="http://schemas.microsoft.com/office/drawing/2014/main" val="3569149430"/>
                  </a:ext>
                </a:extLst>
              </a:tr>
              <a:tr h="639902">
                <a:tc>
                  <a:txBody>
                    <a:bodyPr/>
                    <a:lstStyle/>
                    <a:p>
                      <a:pPr>
                        <a:buNone/>
                      </a:pPr>
                      <a:r>
                        <a:rPr lang="en-US" sz="1300" dirty="0"/>
                        <a:t>Step 4 – 20 meter buffer to Parking lot, Off-Ramp, or On-Ramp Auto-Match (Final)</a:t>
                      </a:r>
                    </a:p>
                  </a:txBody>
                  <a:tcPr marL="63990" marR="63990" marT="31995" marB="31995" anchor="ctr">
                    <a:lnL>
                      <a:noFill/>
                    </a:lnL>
                    <a:lnR>
                      <a:noFill/>
                    </a:lnR>
                    <a:lnT>
                      <a:noFill/>
                    </a:lnT>
                    <a:lnB>
                      <a:noFill/>
                    </a:lnB>
                    <a:noFill/>
                  </a:tcPr>
                </a:tc>
                <a:tc>
                  <a:txBody>
                    <a:bodyPr/>
                    <a:lstStyle/>
                    <a:p>
                      <a:pPr>
                        <a:buNone/>
                      </a:pPr>
                      <a:r>
                        <a:rPr lang="en-US" sz="1300" dirty="0"/>
                        <a:t>22,076</a:t>
                      </a:r>
                    </a:p>
                  </a:txBody>
                  <a:tcPr marL="63990" marR="63990" marT="31995" marB="31995" anchor="ctr">
                    <a:lnL>
                      <a:noFill/>
                    </a:lnL>
                    <a:lnR>
                      <a:noFill/>
                    </a:lnR>
                    <a:lnT>
                      <a:noFill/>
                    </a:lnT>
                    <a:lnB>
                      <a:noFill/>
                    </a:lnB>
                    <a:noFill/>
                  </a:tcPr>
                </a:tc>
                <a:tc>
                  <a:txBody>
                    <a:bodyPr/>
                    <a:lstStyle/>
                    <a:p>
                      <a:pPr>
                        <a:buNone/>
                      </a:pPr>
                      <a:r>
                        <a:rPr lang="en-US" sz="1300" dirty="0"/>
                        <a:t>6,441</a:t>
                      </a:r>
                    </a:p>
                  </a:txBody>
                  <a:tcPr marL="63990" marR="63990" marT="31995" marB="31995" anchor="ctr">
                    <a:lnL>
                      <a:noFill/>
                    </a:lnL>
                    <a:lnR>
                      <a:noFill/>
                    </a:lnR>
                    <a:lnT>
                      <a:noFill/>
                    </a:lnT>
                    <a:lnB>
                      <a:noFill/>
                    </a:lnB>
                    <a:noFill/>
                  </a:tcPr>
                </a:tc>
                <a:tc>
                  <a:txBody>
                    <a:bodyPr/>
                    <a:lstStyle/>
                    <a:p>
                      <a:pPr>
                        <a:buNone/>
                      </a:pPr>
                      <a:r>
                        <a:rPr lang="en-US" sz="1300" dirty="0"/>
                        <a:t>2,144</a:t>
                      </a:r>
                    </a:p>
                  </a:txBody>
                  <a:tcPr marL="63990" marR="63990" marT="31995" marB="31995" anchor="ctr">
                    <a:lnL>
                      <a:noFill/>
                    </a:lnL>
                    <a:lnR>
                      <a:noFill/>
                    </a:lnR>
                    <a:lnT>
                      <a:noFill/>
                    </a:lnT>
                    <a:lnB>
                      <a:noFill/>
                    </a:lnB>
                    <a:noFill/>
                  </a:tcPr>
                </a:tc>
                <a:tc>
                  <a:txBody>
                    <a:bodyPr/>
                    <a:lstStyle/>
                    <a:p>
                      <a:pPr>
                        <a:buNone/>
                      </a:pPr>
                      <a:r>
                        <a:rPr lang="en-US" sz="1300" dirty="0"/>
                        <a:t>72.0%</a:t>
                      </a:r>
                    </a:p>
                  </a:txBody>
                  <a:tcPr marL="63990" marR="63990" marT="31995" marB="31995" anchor="ctr">
                    <a:lnL>
                      <a:noFill/>
                    </a:lnL>
                    <a:lnR>
                      <a:noFill/>
                    </a:lnR>
                    <a:lnT>
                      <a:noFill/>
                    </a:lnT>
                    <a:lnB>
                      <a:noFill/>
                    </a:lnB>
                    <a:noFill/>
                  </a:tcPr>
                </a:tc>
                <a:extLst>
                  <a:ext uri="{0D108BD9-81ED-4DB2-BD59-A6C34878D82A}">
                    <a16:rowId xmlns:a16="http://schemas.microsoft.com/office/drawing/2014/main" val="3669691401"/>
                  </a:ext>
                </a:extLst>
              </a:tr>
            </a:tbl>
          </a:graphicData>
        </a:graphic>
      </p:graphicFrame>
    </p:spTree>
    <p:extLst>
      <p:ext uri="{BB962C8B-B14F-4D97-AF65-F5344CB8AC3E}">
        <p14:creationId xmlns:p14="http://schemas.microsoft.com/office/powerpoint/2010/main" val="1311358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BC726-3A9A-6C2C-25D4-41F92DBDF3C3}"/>
              </a:ext>
            </a:extLst>
          </p:cNvPr>
          <p:cNvSpPr>
            <a:spLocks noGrp="1"/>
          </p:cNvSpPr>
          <p:nvPr>
            <p:ph type="title"/>
          </p:nvPr>
        </p:nvSpPr>
        <p:spPr/>
        <p:txBody>
          <a:bodyPr/>
          <a:lstStyle/>
          <a:p>
            <a:r>
              <a:rPr lang="en-US" dirty="0"/>
              <a:t>Problems</a:t>
            </a:r>
          </a:p>
        </p:txBody>
      </p:sp>
      <p:pic>
        <p:nvPicPr>
          <p:cNvPr id="7" name="Content Placeholder 6">
            <a:extLst>
              <a:ext uri="{FF2B5EF4-FFF2-40B4-BE49-F238E27FC236}">
                <a16:creationId xmlns:a16="http://schemas.microsoft.com/office/drawing/2014/main" id="{39B77644-431C-5530-9B86-8D98FCC463B1}"/>
              </a:ext>
            </a:extLst>
          </p:cNvPr>
          <p:cNvPicPr>
            <a:picLocks noGrp="1" noChangeAspect="1"/>
          </p:cNvPicPr>
          <p:nvPr>
            <p:ph idx="1"/>
          </p:nvPr>
        </p:nvPicPr>
        <p:blipFill>
          <a:blip r:embed="rId2"/>
          <a:stretch>
            <a:fillRect/>
          </a:stretch>
        </p:blipFill>
        <p:spPr>
          <a:xfrm>
            <a:off x="6782816" y="3780255"/>
            <a:ext cx="4083050" cy="2527602"/>
          </a:xfrm>
        </p:spPr>
      </p:pic>
      <p:sp>
        <p:nvSpPr>
          <p:cNvPr id="4" name="Footer Placeholder 3">
            <a:extLst>
              <a:ext uri="{FF2B5EF4-FFF2-40B4-BE49-F238E27FC236}">
                <a16:creationId xmlns:a16="http://schemas.microsoft.com/office/drawing/2014/main" id="{7A9D199A-A01F-2A2E-CC35-1CE3E91117C3}"/>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AF2E8C00-0CC3-2603-1195-5404A25F3B8A}"/>
              </a:ext>
            </a:extLst>
          </p:cNvPr>
          <p:cNvSpPr>
            <a:spLocks noGrp="1"/>
          </p:cNvSpPr>
          <p:nvPr>
            <p:ph type="sldNum" sz="quarter" idx="4"/>
          </p:nvPr>
        </p:nvSpPr>
        <p:spPr/>
        <p:txBody>
          <a:bodyPr/>
          <a:lstStyle/>
          <a:p>
            <a:fld id="{80E8E832-D5BD-E340-9950-DA7B1292B12F}" type="slidenum">
              <a:rPr lang="en-US" smtClean="0"/>
              <a:t>7</a:t>
            </a:fld>
            <a:endParaRPr lang="en-US"/>
          </a:p>
        </p:txBody>
      </p:sp>
      <p:pic>
        <p:nvPicPr>
          <p:cNvPr id="10" name="Picture 9">
            <a:extLst>
              <a:ext uri="{FF2B5EF4-FFF2-40B4-BE49-F238E27FC236}">
                <a16:creationId xmlns:a16="http://schemas.microsoft.com/office/drawing/2014/main" id="{A0C9BDAB-DED5-1323-2516-C560B3B535FA}"/>
              </a:ext>
            </a:extLst>
          </p:cNvPr>
          <p:cNvPicPr>
            <a:picLocks noChangeAspect="1"/>
          </p:cNvPicPr>
          <p:nvPr/>
        </p:nvPicPr>
        <p:blipFill>
          <a:blip r:embed="rId3"/>
          <a:stretch>
            <a:fillRect/>
          </a:stretch>
        </p:blipFill>
        <p:spPr>
          <a:xfrm>
            <a:off x="7911945" y="0"/>
            <a:ext cx="3052373" cy="3531864"/>
          </a:xfrm>
          <a:prstGeom prst="rect">
            <a:avLst/>
          </a:prstGeom>
        </p:spPr>
      </p:pic>
      <p:sp>
        <p:nvSpPr>
          <p:cNvPr id="11" name="TextBox 10">
            <a:extLst>
              <a:ext uri="{FF2B5EF4-FFF2-40B4-BE49-F238E27FC236}">
                <a16:creationId xmlns:a16="http://schemas.microsoft.com/office/drawing/2014/main" id="{943EA41C-8EBC-A830-CF2F-BDE26AE19D06}"/>
              </a:ext>
            </a:extLst>
          </p:cNvPr>
          <p:cNvSpPr txBox="1"/>
          <p:nvPr/>
        </p:nvSpPr>
        <p:spPr>
          <a:xfrm>
            <a:off x="488950" y="1692593"/>
            <a:ext cx="5607050" cy="2031325"/>
          </a:xfrm>
          <a:prstGeom prst="rect">
            <a:avLst/>
          </a:prstGeom>
          <a:noFill/>
        </p:spPr>
        <p:txBody>
          <a:bodyPr wrap="square" rtlCol="0">
            <a:spAutoFit/>
          </a:bodyPr>
          <a:lstStyle/>
          <a:p>
            <a:pPr algn="l"/>
            <a:endParaRPr lang="en-US" sz="1800" dirty="0">
              <a:latin typeface="+mn-lt"/>
            </a:endParaRPr>
          </a:p>
          <a:p>
            <a:pPr algn="l"/>
            <a:endParaRPr lang="en-US" sz="1800" dirty="0">
              <a:latin typeface="+mn-lt"/>
            </a:endParaRPr>
          </a:p>
          <a:p>
            <a:pPr algn="l"/>
            <a:endParaRPr lang="en-US" sz="1800" dirty="0">
              <a:latin typeface="+mn-lt"/>
            </a:endParaRPr>
          </a:p>
          <a:p>
            <a:pPr algn="l"/>
            <a:r>
              <a:rPr lang="en-US" sz="1800" dirty="0">
                <a:latin typeface="+mn-lt"/>
              </a:rPr>
              <a:t>Parking lots not directly on highway or next to off ramp have many directional mis matches since the roads they are on are technically not associated with the main line.</a:t>
            </a:r>
          </a:p>
        </p:txBody>
      </p:sp>
    </p:spTree>
    <p:extLst>
      <p:ext uri="{BB962C8B-B14F-4D97-AF65-F5344CB8AC3E}">
        <p14:creationId xmlns:p14="http://schemas.microsoft.com/office/powerpoint/2010/main" val="3481703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42F24-A6AA-82C1-27F6-2A2E86B63566}"/>
              </a:ext>
            </a:extLst>
          </p:cNvPr>
          <p:cNvSpPr>
            <a:spLocks noGrp="1"/>
          </p:cNvSpPr>
          <p:nvPr>
            <p:ph type="title"/>
          </p:nvPr>
        </p:nvSpPr>
        <p:spPr>
          <a:xfrm>
            <a:off x="838200" y="411481"/>
            <a:ext cx="10515600" cy="426720"/>
          </a:xfrm>
        </p:spPr>
        <p:txBody>
          <a:bodyPr>
            <a:normAutofit/>
          </a:bodyPr>
          <a:lstStyle/>
          <a:p>
            <a:r>
              <a:rPr lang="en-US" sz="1800" dirty="0"/>
              <a:t>Mislabeled directional points</a:t>
            </a:r>
          </a:p>
        </p:txBody>
      </p:sp>
      <p:sp>
        <p:nvSpPr>
          <p:cNvPr id="3" name="Content Placeholder 2">
            <a:extLst>
              <a:ext uri="{FF2B5EF4-FFF2-40B4-BE49-F238E27FC236}">
                <a16:creationId xmlns:a16="http://schemas.microsoft.com/office/drawing/2014/main" id="{E207F165-65C1-AD08-DEF9-63F7CC98BF13}"/>
              </a:ext>
            </a:extLst>
          </p:cNvPr>
          <p:cNvSpPr>
            <a:spLocks noGrp="1"/>
          </p:cNvSpPr>
          <p:nvPr>
            <p:ph idx="1"/>
          </p:nvPr>
        </p:nvSpPr>
        <p:spPr>
          <a:xfrm>
            <a:off x="578893" y="1054960"/>
            <a:ext cx="5392003" cy="1503301"/>
          </a:xfrm>
        </p:spPr>
        <p:txBody>
          <a:bodyPr>
            <a:normAutofit/>
          </a:bodyPr>
          <a:lstStyle/>
          <a:p>
            <a:r>
              <a:rPr lang="en-US" sz="1800" dirty="0"/>
              <a:t>Many zones on the mainlines are mis-labeled in direction</a:t>
            </a:r>
          </a:p>
        </p:txBody>
      </p:sp>
      <p:sp>
        <p:nvSpPr>
          <p:cNvPr id="4" name="Footer Placeholder 3">
            <a:extLst>
              <a:ext uri="{FF2B5EF4-FFF2-40B4-BE49-F238E27FC236}">
                <a16:creationId xmlns:a16="http://schemas.microsoft.com/office/drawing/2014/main" id="{DA5D36EA-5C8D-B7DD-C9E0-9696EDFBA3CD}"/>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ECC1A662-F104-74FC-78B3-F4BB39DC2D37}"/>
              </a:ext>
            </a:extLst>
          </p:cNvPr>
          <p:cNvSpPr>
            <a:spLocks noGrp="1"/>
          </p:cNvSpPr>
          <p:nvPr>
            <p:ph type="sldNum" sz="quarter" idx="4"/>
          </p:nvPr>
        </p:nvSpPr>
        <p:spPr/>
        <p:txBody>
          <a:bodyPr/>
          <a:lstStyle/>
          <a:p>
            <a:fld id="{80E8E832-D5BD-E340-9950-DA7B1292B12F}" type="slidenum">
              <a:rPr lang="en-US" smtClean="0"/>
              <a:t>8</a:t>
            </a:fld>
            <a:endParaRPr lang="en-US"/>
          </a:p>
        </p:txBody>
      </p:sp>
      <p:sp>
        <p:nvSpPr>
          <p:cNvPr id="14" name="TextBox 13">
            <a:extLst>
              <a:ext uri="{FF2B5EF4-FFF2-40B4-BE49-F238E27FC236}">
                <a16:creationId xmlns:a16="http://schemas.microsoft.com/office/drawing/2014/main" id="{C504110D-43D7-FACB-F51D-51FEB35DF918}"/>
              </a:ext>
            </a:extLst>
          </p:cNvPr>
          <p:cNvSpPr txBox="1"/>
          <p:nvPr/>
        </p:nvSpPr>
        <p:spPr>
          <a:xfrm>
            <a:off x="662405" y="3930922"/>
            <a:ext cx="5308491" cy="923330"/>
          </a:xfrm>
          <a:prstGeom prst="rect">
            <a:avLst/>
          </a:prstGeom>
          <a:noFill/>
        </p:spPr>
        <p:txBody>
          <a:bodyPr wrap="square" rtlCol="0">
            <a:spAutoFit/>
          </a:bodyPr>
          <a:lstStyle/>
          <a:p>
            <a:pPr algn="l"/>
            <a:r>
              <a:rPr lang="en-US" sz="1800" dirty="0">
                <a:latin typeface="+mn-lt"/>
              </a:rPr>
              <a:t>Some crash coordinates are unreliable and are too close to the median to justify 25-50 meter buffers. How accurate are coordinate points for car crashes</a:t>
            </a:r>
          </a:p>
        </p:txBody>
      </p:sp>
      <p:pic>
        <p:nvPicPr>
          <p:cNvPr id="13" name="Picture 12">
            <a:extLst>
              <a:ext uri="{FF2B5EF4-FFF2-40B4-BE49-F238E27FC236}">
                <a16:creationId xmlns:a16="http://schemas.microsoft.com/office/drawing/2014/main" id="{BC9ED793-AD35-FFB5-7B01-D4C5093D764A}"/>
              </a:ext>
            </a:extLst>
          </p:cNvPr>
          <p:cNvPicPr>
            <a:picLocks noChangeAspect="1"/>
          </p:cNvPicPr>
          <p:nvPr/>
        </p:nvPicPr>
        <p:blipFill>
          <a:blip r:embed="rId2"/>
          <a:stretch>
            <a:fillRect/>
          </a:stretch>
        </p:blipFill>
        <p:spPr>
          <a:xfrm>
            <a:off x="6518512" y="3345369"/>
            <a:ext cx="3349388" cy="3210879"/>
          </a:xfrm>
          <a:prstGeom prst="rect">
            <a:avLst/>
          </a:prstGeom>
        </p:spPr>
      </p:pic>
      <p:pic>
        <p:nvPicPr>
          <p:cNvPr id="9" name="Picture 8">
            <a:extLst>
              <a:ext uri="{FF2B5EF4-FFF2-40B4-BE49-F238E27FC236}">
                <a16:creationId xmlns:a16="http://schemas.microsoft.com/office/drawing/2014/main" id="{BB755AA1-B233-FDB1-C1E6-9587CE4CE1E1}"/>
              </a:ext>
            </a:extLst>
          </p:cNvPr>
          <p:cNvPicPr>
            <a:picLocks noChangeAspect="1"/>
          </p:cNvPicPr>
          <p:nvPr/>
        </p:nvPicPr>
        <p:blipFill>
          <a:blip r:embed="rId3"/>
          <a:stretch>
            <a:fillRect/>
          </a:stretch>
        </p:blipFill>
        <p:spPr>
          <a:xfrm>
            <a:off x="6136878" y="684864"/>
            <a:ext cx="5476229" cy="2358753"/>
          </a:xfrm>
          <a:prstGeom prst="rect">
            <a:avLst/>
          </a:prstGeom>
        </p:spPr>
      </p:pic>
    </p:spTree>
    <p:extLst>
      <p:ext uri="{BB962C8B-B14F-4D97-AF65-F5344CB8AC3E}">
        <p14:creationId xmlns:p14="http://schemas.microsoft.com/office/powerpoint/2010/main" val="3307362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A7942-F7FC-0632-B391-DD85A5ACDA37}"/>
              </a:ext>
            </a:extLst>
          </p:cNvPr>
          <p:cNvSpPr>
            <a:spLocks noGrp="1"/>
          </p:cNvSpPr>
          <p:nvPr>
            <p:ph type="title"/>
          </p:nvPr>
        </p:nvSpPr>
        <p:spPr/>
        <p:txBody>
          <a:bodyPr>
            <a:normAutofit fontScale="90000"/>
          </a:bodyPr>
          <a:lstStyle/>
          <a:p>
            <a:r>
              <a:rPr lang="en-US" dirty="0"/>
              <a:t>Parking lots with exits on the north and south sides</a:t>
            </a:r>
          </a:p>
        </p:txBody>
      </p:sp>
      <p:pic>
        <p:nvPicPr>
          <p:cNvPr id="7" name="Content Placeholder 6">
            <a:extLst>
              <a:ext uri="{FF2B5EF4-FFF2-40B4-BE49-F238E27FC236}">
                <a16:creationId xmlns:a16="http://schemas.microsoft.com/office/drawing/2014/main" id="{C4E060B0-51D1-7BD9-6168-8EF607720A27}"/>
              </a:ext>
            </a:extLst>
          </p:cNvPr>
          <p:cNvPicPr>
            <a:picLocks noGrp="1" noChangeAspect="1"/>
          </p:cNvPicPr>
          <p:nvPr>
            <p:ph idx="1"/>
          </p:nvPr>
        </p:nvPicPr>
        <p:blipFill>
          <a:blip r:embed="rId2"/>
          <a:stretch>
            <a:fillRect/>
          </a:stretch>
        </p:blipFill>
        <p:spPr>
          <a:xfrm>
            <a:off x="6109039" y="2395182"/>
            <a:ext cx="5839121" cy="3228868"/>
          </a:xfrm>
        </p:spPr>
      </p:pic>
      <p:sp>
        <p:nvSpPr>
          <p:cNvPr id="4" name="Footer Placeholder 3">
            <a:extLst>
              <a:ext uri="{FF2B5EF4-FFF2-40B4-BE49-F238E27FC236}">
                <a16:creationId xmlns:a16="http://schemas.microsoft.com/office/drawing/2014/main" id="{7D8B8AC1-C160-F83C-19EB-C72984A9BDB3}"/>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7F185803-F085-DCC5-5609-9A85BC30A59C}"/>
              </a:ext>
            </a:extLst>
          </p:cNvPr>
          <p:cNvSpPr>
            <a:spLocks noGrp="1"/>
          </p:cNvSpPr>
          <p:nvPr>
            <p:ph type="sldNum" sz="quarter" idx="4"/>
          </p:nvPr>
        </p:nvSpPr>
        <p:spPr/>
        <p:txBody>
          <a:bodyPr/>
          <a:lstStyle/>
          <a:p>
            <a:fld id="{80E8E832-D5BD-E340-9950-DA7B1292B12F}" type="slidenum">
              <a:rPr lang="en-US" smtClean="0"/>
              <a:t>9</a:t>
            </a:fld>
            <a:endParaRPr lang="en-US"/>
          </a:p>
        </p:txBody>
      </p:sp>
      <p:sp>
        <p:nvSpPr>
          <p:cNvPr id="8" name="TextBox 7">
            <a:extLst>
              <a:ext uri="{FF2B5EF4-FFF2-40B4-BE49-F238E27FC236}">
                <a16:creationId xmlns:a16="http://schemas.microsoft.com/office/drawing/2014/main" id="{14ADBDD9-7A95-72CE-F3D2-9BBAB4BFA026}"/>
              </a:ext>
            </a:extLst>
          </p:cNvPr>
          <p:cNvSpPr txBox="1"/>
          <p:nvPr/>
        </p:nvSpPr>
        <p:spPr>
          <a:xfrm>
            <a:off x="345364" y="2229903"/>
            <a:ext cx="5616054" cy="1200329"/>
          </a:xfrm>
          <a:prstGeom prst="rect">
            <a:avLst/>
          </a:prstGeom>
          <a:noFill/>
        </p:spPr>
        <p:txBody>
          <a:bodyPr wrap="square" rtlCol="0">
            <a:spAutoFit/>
          </a:bodyPr>
          <a:lstStyle/>
          <a:p>
            <a:pPr algn="l"/>
            <a:r>
              <a:rPr lang="en-US" sz="1800" dirty="0">
                <a:latin typeface="+mn-lt"/>
              </a:rPr>
              <a:t>Use upstream and downstream to determine direction for the entire lot, but if the exit to the parking lot is accessible from the north and southbound lanes then there may be issues with direction matching</a:t>
            </a:r>
          </a:p>
        </p:txBody>
      </p:sp>
    </p:spTree>
    <p:extLst>
      <p:ext uri="{BB962C8B-B14F-4D97-AF65-F5344CB8AC3E}">
        <p14:creationId xmlns:p14="http://schemas.microsoft.com/office/powerpoint/2010/main" val="3250907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D8C1A-FE88-63E7-9DB0-98EB746C3FE1}"/>
              </a:ext>
            </a:extLst>
          </p:cNvPr>
          <p:cNvSpPr>
            <a:spLocks noGrp="1"/>
          </p:cNvSpPr>
          <p:nvPr>
            <p:ph type="title"/>
          </p:nvPr>
        </p:nvSpPr>
        <p:spPr>
          <a:xfrm>
            <a:off x="838200" y="411481"/>
            <a:ext cx="10515600" cy="293370"/>
          </a:xfrm>
        </p:spPr>
        <p:txBody>
          <a:bodyPr>
            <a:normAutofit fontScale="90000"/>
          </a:bodyPr>
          <a:lstStyle/>
          <a:p>
            <a:r>
              <a:rPr lang="en-US" dirty="0"/>
              <a:t>Manual direction adding Exceptions</a:t>
            </a:r>
          </a:p>
        </p:txBody>
      </p:sp>
      <p:sp>
        <p:nvSpPr>
          <p:cNvPr id="3" name="Content Placeholder 2">
            <a:extLst>
              <a:ext uri="{FF2B5EF4-FFF2-40B4-BE49-F238E27FC236}">
                <a16:creationId xmlns:a16="http://schemas.microsoft.com/office/drawing/2014/main" id="{308918C3-C952-8D58-0E6B-CCB7F72FAE2F}"/>
              </a:ext>
            </a:extLst>
          </p:cNvPr>
          <p:cNvSpPr>
            <a:spLocks noGrp="1"/>
          </p:cNvSpPr>
          <p:nvPr>
            <p:ph idx="1"/>
          </p:nvPr>
        </p:nvSpPr>
        <p:spPr>
          <a:xfrm>
            <a:off x="838200" y="1079500"/>
            <a:ext cx="10515600" cy="5146358"/>
          </a:xfrm>
        </p:spPr>
        <p:txBody>
          <a:bodyPr>
            <a:normAutofit/>
          </a:bodyPr>
          <a:lstStyle/>
          <a:p>
            <a:r>
              <a:rPr lang="en-US" sz="900" dirty="0"/>
              <a:t>Parking Lots that have exit and on ramps that runs both N/S and E/W- manual change made based on the majority of crash directions in crash reports. For example in a cardinal direction e/w officers majorly put N/S since eventually it turns into N/S but is just E/W for a small bit</a:t>
            </a:r>
          </a:p>
          <a:p>
            <a:r>
              <a:rPr lang="en-US" sz="900" dirty="0"/>
              <a:t>Road ways that run N/S but have  segments that will run E/W= manual change made. Accounting for officer directional mistakes. N/W or S/E</a:t>
            </a:r>
          </a:p>
        </p:txBody>
      </p:sp>
      <p:sp>
        <p:nvSpPr>
          <p:cNvPr id="4" name="Footer Placeholder 3">
            <a:extLst>
              <a:ext uri="{FF2B5EF4-FFF2-40B4-BE49-F238E27FC236}">
                <a16:creationId xmlns:a16="http://schemas.microsoft.com/office/drawing/2014/main" id="{FCDD762E-1850-8ECC-8EF1-CDB296E4BFF7}"/>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BD74595D-366A-DBD7-6014-CF9E79C0A197}"/>
              </a:ext>
            </a:extLst>
          </p:cNvPr>
          <p:cNvSpPr>
            <a:spLocks noGrp="1"/>
          </p:cNvSpPr>
          <p:nvPr>
            <p:ph type="sldNum" sz="quarter" idx="4"/>
          </p:nvPr>
        </p:nvSpPr>
        <p:spPr/>
        <p:txBody>
          <a:bodyPr/>
          <a:lstStyle/>
          <a:p>
            <a:fld id="{80E8E832-D5BD-E340-9950-DA7B1292B12F}" type="slidenum">
              <a:rPr lang="en-US" smtClean="0"/>
              <a:t>10</a:t>
            </a:fld>
            <a:endParaRPr lang="en-US"/>
          </a:p>
        </p:txBody>
      </p:sp>
      <p:pic>
        <p:nvPicPr>
          <p:cNvPr id="7" name="Picture 6">
            <a:extLst>
              <a:ext uri="{FF2B5EF4-FFF2-40B4-BE49-F238E27FC236}">
                <a16:creationId xmlns:a16="http://schemas.microsoft.com/office/drawing/2014/main" id="{BBDC0E48-95CC-B5F9-59EC-7CFA255018E5}"/>
              </a:ext>
            </a:extLst>
          </p:cNvPr>
          <p:cNvPicPr>
            <a:picLocks noChangeAspect="1"/>
          </p:cNvPicPr>
          <p:nvPr/>
        </p:nvPicPr>
        <p:blipFill>
          <a:blip r:embed="rId2"/>
          <a:stretch>
            <a:fillRect/>
          </a:stretch>
        </p:blipFill>
        <p:spPr>
          <a:xfrm>
            <a:off x="2069467" y="1808389"/>
            <a:ext cx="6610983" cy="4249918"/>
          </a:xfrm>
          <a:prstGeom prst="rect">
            <a:avLst/>
          </a:prstGeom>
        </p:spPr>
      </p:pic>
    </p:spTree>
    <p:extLst>
      <p:ext uri="{BB962C8B-B14F-4D97-AF65-F5344CB8AC3E}">
        <p14:creationId xmlns:p14="http://schemas.microsoft.com/office/powerpoint/2010/main" val="1092965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15104-E158-008C-B79E-9B759EEC5859}"/>
              </a:ext>
            </a:extLst>
          </p:cNvPr>
          <p:cNvSpPr>
            <a:spLocks noGrp="1"/>
          </p:cNvSpPr>
          <p:nvPr>
            <p:ph type="title"/>
          </p:nvPr>
        </p:nvSpPr>
        <p:spPr>
          <a:xfrm>
            <a:off x="838200" y="411480"/>
            <a:ext cx="10515600" cy="1220469"/>
          </a:xfrm>
        </p:spPr>
        <p:txBody>
          <a:bodyPr>
            <a:normAutofit/>
          </a:bodyPr>
          <a:lstStyle/>
          <a:p>
            <a:r>
              <a:rPr lang="en-US" dirty="0"/>
              <a:t>Final Conflation with manual direction</a:t>
            </a:r>
            <a:br>
              <a:rPr lang="en-US" dirty="0"/>
            </a:br>
            <a:r>
              <a:rPr lang="en-US" sz="1800" dirty="0"/>
              <a:t>Excluded rows with </a:t>
            </a:r>
            <a:r>
              <a:rPr lang="en-US" sz="1800" dirty="0" err="1"/>
              <a:t>nearest_zone</a:t>
            </a:r>
            <a:r>
              <a:rPr lang="en-US" sz="1800" dirty="0"/>
              <a:t>='parking lot'. Remaining rows: 29019</a:t>
            </a:r>
          </a:p>
        </p:txBody>
      </p:sp>
      <p:sp>
        <p:nvSpPr>
          <p:cNvPr id="4" name="Footer Placeholder 3">
            <a:extLst>
              <a:ext uri="{FF2B5EF4-FFF2-40B4-BE49-F238E27FC236}">
                <a16:creationId xmlns:a16="http://schemas.microsoft.com/office/drawing/2014/main" id="{A8466570-C1BD-540C-082C-7399FB4C3EE6}"/>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765A9A5D-4FF0-9FE7-8A75-220994C601E7}"/>
              </a:ext>
            </a:extLst>
          </p:cNvPr>
          <p:cNvSpPr>
            <a:spLocks noGrp="1"/>
          </p:cNvSpPr>
          <p:nvPr>
            <p:ph type="sldNum" sz="quarter" idx="4"/>
          </p:nvPr>
        </p:nvSpPr>
        <p:spPr/>
        <p:txBody>
          <a:bodyPr/>
          <a:lstStyle/>
          <a:p>
            <a:fld id="{80E8E832-D5BD-E340-9950-DA7B1292B12F}" type="slidenum">
              <a:rPr lang="en-US" smtClean="0"/>
              <a:t>11</a:t>
            </a:fld>
            <a:endParaRPr lang="en-US"/>
          </a:p>
        </p:txBody>
      </p:sp>
      <p:graphicFrame>
        <p:nvGraphicFramePr>
          <p:cNvPr id="9" name="Content Placeholder 8">
            <a:extLst>
              <a:ext uri="{FF2B5EF4-FFF2-40B4-BE49-F238E27FC236}">
                <a16:creationId xmlns:a16="http://schemas.microsoft.com/office/drawing/2014/main" id="{5B23BF27-B815-2840-B544-1F20E2774ACD}"/>
              </a:ext>
            </a:extLst>
          </p:cNvPr>
          <p:cNvGraphicFramePr>
            <a:graphicFrameLocks noGrp="1"/>
          </p:cNvGraphicFramePr>
          <p:nvPr>
            <p:ph idx="1"/>
            <p:extLst>
              <p:ext uri="{D42A27DB-BD31-4B8C-83A1-F6EECF244321}">
                <p14:modId xmlns:p14="http://schemas.microsoft.com/office/powerpoint/2010/main" val="2154371030"/>
              </p:ext>
            </p:extLst>
          </p:nvPr>
        </p:nvGraphicFramePr>
        <p:xfrm>
          <a:off x="615950" y="1874837"/>
          <a:ext cx="10586210" cy="4595761"/>
        </p:xfrm>
        <a:graphic>
          <a:graphicData uri="http://schemas.openxmlformats.org/drawingml/2006/table">
            <a:tbl>
              <a:tblPr/>
              <a:tblGrid>
                <a:gridCol w="2482850">
                  <a:extLst>
                    <a:ext uri="{9D8B030D-6E8A-4147-A177-3AD203B41FA5}">
                      <a16:colId xmlns:a16="http://schemas.microsoft.com/office/drawing/2014/main" val="4234825333"/>
                    </a:ext>
                  </a:extLst>
                </a:gridCol>
                <a:gridCol w="1751634">
                  <a:extLst>
                    <a:ext uri="{9D8B030D-6E8A-4147-A177-3AD203B41FA5}">
                      <a16:colId xmlns:a16="http://schemas.microsoft.com/office/drawing/2014/main" val="2121752579"/>
                    </a:ext>
                  </a:extLst>
                </a:gridCol>
                <a:gridCol w="2117242">
                  <a:extLst>
                    <a:ext uri="{9D8B030D-6E8A-4147-A177-3AD203B41FA5}">
                      <a16:colId xmlns:a16="http://schemas.microsoft.com/office/drawing/2014/main" val="3337967956"/>
                    </a:ext>
                  </a:extLst>
                </a:gridCol>
                <a:gridCol w="2117242">
                  <a:extLst>
                    <a:ext uri="{9D8B030D-6E8A-4147-A177-3AD203B41FA5}">
                      <a16:colId xmlns:a16="http://schemas.microsoft.com/office/drawing/2014/main" val="945296700"/>
                    </a:ext>
                  </a:extLst>
                </a:gridCol>
                <a:gridCol w="2117242">
                  <a:extLst>
                    <a:ext uri="{9D8B030D-6E8A-4147-A177-3AD203B41FA5}">
                      <a16:colId xmlns:a16="http://schemas.microsoft.com/office/drawing/2014/main" val="793087335"/>
                    </a:ext>
                  </a:extLst>
                </a:gridCol>
              </a:tblGrid>
              <a:tr h="355211">
                <a:tc>
                  <a:txBody>
                    <a:bodyPr/>
                    <a:lstStyle/>
                    <a:p>
                      <a:pPr>
                        <a:buNone/>
                      </a:pPr>
                      <a:r>
                        <a:rPr lang="en-US" sz="1700"/>
                        <a:t>Comparison</a:t>
                      </a:r>
                    </a:p>
                  </a:txBody>
                  <a:tcPr marL="88803" marR="88803" marT="44401" marB="44401" anchor="ctr">
                    <a:lnL>
                      <a:noFill/>
                    </a:lnL>
                    <a:lnR>
                      <a:noFill/>
                    </a:lnR>
                    <a:lnT>
                      <a:noFill/>
                    </a:lnT>
                    <a:lnB>
                      <a:noFill/>
                    </a:lnB>
                    <a:noFill/>
                  </a:tcPr>
                </a:tc>
                <a:tc>
                  <a:txBody>
                    <a:bodyPr/>
                    <a:lstStyle/>
                    <a:p>
                      <a:pPr>
                        <a:buNone/>
                      </a:pPr>
                      <a:r>
                        <a:rPr lang="en-US" sz="1700"/>
                        <a:t>Match</a:t>
                      </a:r>
                    </a:p>
                  </a:txBody>
                  <a:tcPr marL="88803" marR="88803" marT="44401" marB="44401" anchor="ctr">
                    <a:lnL>
                      <a:noFill/>
                    </a:lnL>
                    <a:lnR>
                      <a:noFill/>
                    </a:lnR>
                    <a:lnT>
                      <a:noFill/>
                    </a:lnT>
                    <a:lnB>
                      <a:noFill/>
                    </a:lnB>
                    <a:noFill/>
                  </a:tcPr>
                </a:tc>
                <a:tc>
                  <a:txBody>
                    <a:bodyPr/>
                    <a:lstStyle/>
                    <a:p>
                      <a:pPr>
                        <a:buNone/>
                      </a:pPr>
                      <a:r>
                        <a:rPr lang="en-US" sz="1700"/>
                        <a:t>Mismatch</a:t>
                      </a:r>
                    </a:p>
                  </a:txBody>
                  <a:tcPr marL="88803" marR="88803" marT="44401" marB="44401" anchor="ctr">
                    <a:lnL>
                      <a:noFill/>
                    </a:lnL>
                    <a:lnR>
                      <a:noFill/>
                    </a:lnR>
                    <a:lnT>
                      <a:noFill/>
                    </a:lnT>
                    <a:lnB>
                      <a:noFill/>
                    </a:lnB>
                    <a:noFill/>
                  </a:tcPr>
                </a:tc>
                <a:tc>
                  <a:txBody>
                    <a:bodyPr/>
                    <a:lstStyle/>
                    <a:p>
                      <a:pPr>
                        <a:buNone/>
                      </a:pPr>
                      <a:r>
                        <a:rPr lang="en-US" sz="1700"/>
                        <a:t>Unknown</a:t>
                      </a:r>
                    </a:p>
                  </a:txBody>
                  <a:tcPr marL="88803" marR="88803" marT="44401" marB="44401" anchor="ctr">
                    <a:lnL>
                      <a:noFill/>
                    </a:lnL>
                    <a:lnR>
                      <a:noFill/>
                    </a:lnR>
                    <a:lnT>
                      <a:noFill/>
                    </a:lnT>
                    <a:lnB>
                      <a:noFill/>
                    </a:lnB>
                    <a:noFill/>
                  </a:tcPr>
                </a:tc>
                <a:tc>
                  <a:txBody>
                    <a:bodyPr/>
                    <a:lstStyle/>
                    <a:p>
                      <a:pPr>
                        <a:buNone/>
                      </a:pPr>
                      <a:r>
                        <a:rPr lang="en-US" sz="1700"/>
                        <a:t>Match % of Total</a:t>
                      </a:r>
                    </a:p>
                  </a:txBody>
                  <a:tcPr marL="88803" marR="88803" marT="44401" marB="44401" anchor="ctr">
                    <a:lnL>
                      <a:noFill/>
                    </a:lnL>
                    <a:lnR>
                      <a:noFill/>
                    </a:lnR>
                    <a:lnT>
                      <a:noFill/>
                    </a:lnT>
                    <a:lnB>
                      <a:noFill/>
                    </a:lnB>
                    <a:noFill/>
                  </a:tcPr>
                </a:tc>
                <a:extLst>
                  <a:ext uri="{0D108BD9-81ED-4DB2-BD59-A6C34878D82A}">
                    <a16:rowId xmlns:a16="http://schemas.microsoft.com/office/drawing/2014/main" val="292550707"/>
                  </a:ext>
                </a:extLst>
              </a:tr>
              <a:tr h="621620">
                <a:tc>
                  <a:txBody>
                    <a:bodyPr/>
                    <a:lstStyle/>
                    <a:p>
                      <a:pPr>
                        <a:buNone/>
                      </a:pPr>
                      <a:r>
                        <a:rPr lang="en-US" sz="1700"/>
                        <a:t>milepointdirection vs Direction</a:t>
                      </a:r>
                    </a:p>
                  </a:txBody>
                  <a:tcPr marL="88803" marR="88803" marT="44401" marB="44401" anchor="ctr">
                    <a:lnL>
                      <a:noFill/>
                    </a:lnL>
                    <a:lnR>
                      <a:noFill/>
                    </a:lnR>
                    <a:lnT>
                      <a:noFill/>
                    </a:lnT>
                    <a:lnB>
                      <a:noFill/>
                    </a:lnB>
                    <a:noFill/>
                  </a:tcPr>
                </a:tc>
                <a:tc>
                  <a:txBody>
                    <a:bodyPr/>
                    <a:lstStyle/>
                    <a:p>
                      <a:pPr>
                        <a:buNone/>
                      </a:pPr>
                      <a:r>
                        <a:rPr lang="en-US" sz="1700"/>
                        <a:t>14,837</a:t>
                      </a:r>
                    </a:p>
                  </a:txBody>
                  <a:tcPr marL="88803" marR="88803" marT="44401" marB="44401" anchor="ctr">
                    <a:lnL>
                      <a:noFill/>
                    </a:lnL>
                    <a:lnR>
                      <a:noFill/>
                    </a:lnR>
                    <a:lnT>
                      <a:noFill/>
                    </a:lnT>
                    <a:lnB>
                      <a:noFill/>
                    </a:lnB>
                    <a:noFill/>
                  </a:tcPr>
                </a:tc>
                <a:tc>
                  <a:txBody>
                    <a:bodyPr/>
                    <a:lstStyle/>
                    <a:p>
                      <a:pPr>
                        <a:buNone/>
                      </a:pPr>
                      <a:r>
                        <a:rPr lang="en-US" sz="1700"/>
                        <a:t>14,023</a:t>
                      </a:r>
                    </a:p>
                  </a:txBody>
                  <a:tcPr marL="88803" marR="88803" marT="44401" marB="44401" anchor="ctr">
                    <a:lnL>
                      <a:noFill/>
                    </a:lnL>
                    <a:lnR>
                      <a:noFill/>
                    </a:lnR>
                    <a:lnT>
                      <a:noFill/>
                    </a:lnT>
                    <a:lnB>
                      <a:noFill/>
                    </a:lnB>
                    <a:noFill/>
                  </a:tcPr>
                </a:tc>
                <a:tc>
                  <a:txBody>
                    <a:bodyPr/>
                    <a:lstStyle/>
                    <a:p>
                      <a:pPr>
                        <a:buNone/>
                      </a:pPr>
                      <a:r>
                        <a:rPr lang="en-US" sz="1700"/>
                        <a:t>159</a:t>
                      </a:r>
                    </a:p>
                  </a:txBody>
                  <a:tcPr marL="88803" marR="88803" marT="44401" marB="44401" anchor="ctr">
                    <a:lnL>
                      <a:noFill/>
                    </a:lnL>
                    <a:lnR>
                      <a:noFill/>
                    </a:lnR>
                    <a:lnT>
                      <a:noFill/>
                    </a:lnT>
                    <a:lnB>
                      <a:noFill/>
                    </a:lnB>
                    <a:noFill/>
                  </a:tcPr>
                </a:tc>
                <a:tc>
                  <a:txBody>
                    <a:bodyPr/>
                    <a:lstStyle/>
                    <a:p>
                      <a:pPr>
                        <a:buNone/>
                      </a:pPr>
                      <a:r>
                        <a:rPr lang="en-US" sz="1700" dirty="0"/>
                        <a:t>51.1%</a:t>
                      </a:r>
                    </a:p>
                  </a:txBody>
                  <a:tcPr marL="88803" marR="88803" marT="44401" marB="44401" anchor="ctr">
                    <a:lnL>
                      <a:noFill/>
                    </a:lnL>
                    <a:lnR>
                      <a:noFill/>
                    </a:lnR>
                    <a:lnT>
                      <a:noFill/>
                    </a:lnT>
                    <a:lnB>
                      <a:noFill/>
                    </a:lnB>
                    <a:noFill/>
                  </a:tcPr>
                </a:tc>
                <a:extLst>
                  <a:ext uri="{0D108BD9-81ED-4DB2-BD59-A6C34878D82A}">
                    <a16:rowId xmlns:a16="http://schemas.microsoft.com/office/drawing/2014/main" val="4028028780"/>
                  </a:ext>
                </a:extLst>
              </a:tr>
              <a:tr h="621620">
                <a:tc>
                  <a:txBody>
                    <a:bodyPr/>
                    <a:lstStyle/>
                    <a:p>
                      <a:pPr>
                        <a:buNone/>
                      </a:pPr>
                      <a:r>
                        <a:rPr lang="en-US" sz="1700"/>
                        <a:t>lanedirection vs Direction</a:t>
                      </a:r>
                    </a:p>
                  </a:txBody>
                  <a:tcPr marL="88803" marR="88803" marT="44401" marB="44401" anchor="ctr">
                    <a:lnL>
                      <a:noFill/>
                    </a:lnL>
                    <a:lnR>
                      <a:noFill/>
                    </a:lnR>
                    <a:lnT>
                      <a:noFill/>
                    </a:lnT>
                    <a:lnB>
                      <a:noFill/>
                    </a:lnB>
                    <a:noFill/>
                  </a:tcPr>
                </a:tc>
                <a:tc>
                  <a:txBody>
                    <a:bodyPr/>
                    <a:lstStyle/>
                    <a:p>
                      <a:pPr>
                        <a:buNone/>
                      </a:pPr>
                      <a:r>
                        <a:rPr lang="en-US" sz="1700"/>
                        <a:t>16,627</a:t>
                      </a:r>
                    </a:p>
                  </a:txBody>
                  <a:tcPr marL="88803" marR="88803" marT="44401" marB="44401" anchor="ctr">
                    <a:lnL>
                      <a:noFill/>
                    </a:lnL>
                    <a:lnR>
                      <a:noFill/>
                    </a:lnR>
                    <a:lnT>
                      <a:noFill/>
                    </a:lnT>
                    <a:lnB>
                      <a:noFill/>
                    </a:lnB>
                    <a:noFill/>
                  </a:tcPr>
                </a:tc>
                <a:tc>
                  <a:txBody>
                    <a:bodyPr/>
                    <a:lstStyle/>
                    <a:p>
                      <a:pPr>
                        <a:buNone/>
                      </a:pPr>
                      <a:r>
                        <a:rPr lang="en-US" sz="1700"/>
                        <a:t>12,205</a:t>
                      </a:r>
                    </a:p>
                  </a:txBody>
                  <a:tcPr marL="88803" marR="88803" marT="44401" marB="44401" anchor="ctr">
                    <a:lnL>
                      <a:noFill/>
                    </a:lnL>
                    <a:lnR>
                      <a:noFill/>
                    </a:lnR>
                    <a:lnT>
                      <a:noFill/>
                    </a:lnT>
                    <a:lnB>
                      <a:noFill/>
                    </a:lnB>
                    <a:noFill/>
                  </a:tcPr>
                </a:tc>
                <a:tc>
                  <a:txBody>
                    <a:bodyPr/>
                    <a:lstStyle/>
                    <a:p>
                      <a:pPr>
                        <a:buNone/>
                      </a:pPr>
                      <a:r>
                        <a:rPr lang="en-US" sz="1700"/>
                        <a:t>187</a:t>
                      </a:r>
                    </a:p>
                  </a:txBody>
                  <a:tcPr marL="88803" marR="88803" marT="44401" marB="44401" anchor="ctr">
                    <a:lnL>
                      <a:noFill/>
                    </a:lnL>
                    <a:lnR>
                      <a:noFill/>
                    </a:lnR>
                    <a:lnT>
                      <a:noFill/>
                    </a:lnT>
                    <a:lnB>
                      <a:noFill/>
                    </a:lnB>
                    <a:noFill/>
                  </a:tcPr>
                </a:tc>
                <a:tc>
                  <a:txBody>
                    <a:bodyPr/>
                    <a:lstStyle/>
                    <a:p>
                      <a:pPr>
                        <a:buNone/>
                      </a:pPr>
                      <a:r>
                        <a:rPr lang="en-US" sz="1700" dirty="0"/>
                        <a:t>57.3%</a:t>
                      </a:r>
                    </a:p>
                  </a:txBody>
                  <a:tcPr marL="88803" marR="88803" marT="44401" marB="44401" anchor="ctr">
                    <a:lnL>
                      <a:noFill/>
                    </a:lnL>
                    <a:lnR>
                      <a:noFill/>
                    </a:lnR>
                    <a:lnT>
                      <a:noFill/>
                    </a:lnT>
                    <a:lnB>
                      <a:noFill/>
                    </a:lnB>
                    <a:noFill/>
                  </a:tcPr>
                </a:tc>
                <a:extLst>
                  <a:ext uri="{0D108BD9-81ED-4DB2-BD59-A6C34878D82A}">
                    <a16:rowId xmlns:a16="http://schemas.microsoft.com/office/drawing/2014/main" val="1934315111"/>
                  </a:ext>
                </a:extLst>
              </a:tr>
              <a:tr h="621620">
                <a:tc>
                  <a:txBody>
                    <a:bodyPr/>
                    <a:lstStyle/>
                    <a:p>
                      <a:pPr>
                        <a:buNone/>
                      </a:pPr>
                      <a:r>
                        <a:rPr lang="en-US" sz="1700"/>
                        <a:t>logmile_dir vs Direction</a:t>
                      </a:r>
                    </a:p>
                  </a:txBody>
                  <a:tcPr marL="88803" marR="88803" marT="44401" marB="44401" anchor="ctr">
                    <a:lnL>
                      <a:noFill/>
                    </a:lnL>
                    <a:lnR>
                      <a:noFill/>
                    </a:lnR>
                    <a:lnT>
                      <a:noFill/>
                    </a:lnT>
                    <a:lnB>
                      <a:noFill/>
                    </a:lnB>
                    <a:noFill/>
                  </a:tcPr>
                </a:tc>
                <a:tc>
                  <a:txBody>
                    <a:bodyPr/>
                    <a:lstStyle/>
                    <a:p>
                      <a:pPr>
                        <a:buNone/>
                      </a:pPr>
                      <a:r>
                        <a:rPr lang="en-US" sz="1700"/>
                        <a:t>16,254</a:t>
                      </a:r>
                    </a:p>
                  </a:txBody>
                  <a:tcPr marL="88803" marR="88803" marT="44401" marB="44401" anchor="ctr">
                    <a:lnL>
                      <a:noFill/>
                    </a:lnL>
                    <a:lnR>
                      <a:noFill/>
                    </a:lnR>
                    <a:lnT>
                      <a:noFill/>
                    </a:lnT>
                    <a:lnB>
                      <a:noFill/>
                    </a:lnB>
                    <a:noFill/>
                  </a:tcPr>
                </a:tc>
                <a:tc>
                  <a:txBody>
                    <a:bodyPr/>
                    <a:lstStyle/>
                    <a:p>
                      <a:pPr>
                        <a:buNone/>
                      </a:pPr>
                      <a:r>
                        <a:rPr lang="en-US" sz="1700"/>
                        <a:t>12,433</a:t>
                      </a:r>
                    </a:p>
                  </a:txBody>
                  <a:tcPr marL="88803" marR="88803" marT="44401" marB="44401" anchor="ctr">
                    <a:lnL>
                      <a:noFill/>
                    </a:lnL>
                    <a:lnR>
                      <a:noFill/>
                    </a:lnR>
                    <a:lnT>
                      <a:noFill/>
                    </a:lnT>
                    <a:lnB>
                      <a:noFill/>
                    </a:lnB>
                    <a:noFill/>
                  </a:tcPr>
                </a:tc>
                <a:tc>
                  <a:txBody>
                    <a:bodyPr/>
                    <a:lstStyle/>
                    <a:p>
                      <a:pPr>
                        <a:buNone/>
                      </a:pPr>
                      <a:r>
                        <a:rPr lang="en-US" sz="1700"/>
                        <a:t>332</a:t>
                      </a:r>
                    </a:p>
                  </a:txBody>
                  <a:tcPr marL="88803" marR="88803" marT="44401" marB="44401" anchor="ctr">
                    <a:lnL>
                      <a:noFill/>
                    </a:lnL>
                    <a:lnR>
                      <a:noFill/>
                    </a:lnR>
                    <a:lnT>
                      <a:noFill/>
                    </a:lnT>
                    <a:lnB>
                      <a:noFill/>
                    </a:lnB>
                    <a:noFill/>
                  </a:tcPr>
                </a:tc>
                <a:tc>
                  <a:txBody>
                    <a:bodyPr/>
                    <a:lstStyle/>
                    <a:p>
                      <a:pPr>
                        <a:buNone/>
                      </a:pPr>
                      <a:r>
                        <a:rPr lang="en-US" sz="1700" dirty="0"/>
                        <a:t>56.0%</a:t>
                      </a:r>
                    </a:p>
                  </a:txBody>
                  <a:tcPr marL="88803" marR="88803" marT="44401" marB="44401" anchor="ctr">
                    <a:lnL>
                      <a:noFill/>
                    </a:lnL>
                    <a:lnR>
                      <a:noFill/>
                    </a:lnR>
                    <a:lnT>
                      <a:noFill/>
                    </a:lnT>
                    <a:lnB>
                      <a:noFill/>
                    </a:lnB>
                    <a:noFill/>
                  </a:tcPr>
                </a:tc>
                <a:extLst>
                  <a:ext uri="{0D108BD9-81ED-4DB2-BD59-A6C34878D82A}">
                    <a16:rowId xmlns:a16="http://schemas.microsoft.com/office/drawing/2014/main" val="713031762"/>
                  </a:ext>
                </a:extLst>
              </a:tr>
              <a:tr h="621620">
                <a:tc>
                  <a:txBody>
                    <a:bodyPr/>
                    <a:lstStyle/>
                    <a:p>
                      <a:pPr>
                        <a:buNone/>
                      </a:pPr>
                      <a:r>
                        <a:rPr lang="en-US" sz="1700"/>
                        <a:t>goingdirection vs Direction</a:t>
                      </a:r>
                    </a:p>
                  </a:txBody>
                  <a:tcPr marL="88803" marR="88803" marT="44401" marB="44401" anchor="ctr">
                    <a:lnL>
                      <a:noFill/>
                    </a:lnL>
                    <a:lnR>
                      <a:noFill/>
                    </a:lnR>
                    <a:lnT>
                      <a:noFill/>
                    </a:lnT>
                    <a:lnB>
                      <a:noFill/>
                    </a:lnB>
                    <a:noFill/>
                  </a:tcPr>
                </a:tc>
                <a:tc>
                  <a:txBody>
                    <a:bodyPr/>
                    <a:lstStyle/>
                    <a:p>
                      <a:pPr>
                        <a:buNone/>
                      </a:pPr>
                      <a:r>
                        <a:rPr lang="en-US" sz="1700" dirty="0"/>
                        <a:t>16,370</a:t>
                      </a:r>
                    </a:p>
                  </a:txBody>
                  <a:tcPr marL="88803" marR="88803" marT="44401" marB="44401" anchor="ctr">
                    <a:lnL>
                      <a:noFill/>
                    </a:lnL>
                    <a:lnR>
                      <a:noFill/>
                    </a:lnR>
                    <a:lnT>
                      <a:noFill/>
                    </a:lnT>
                    <a:lnB>
                      <a:noFill/>
                    </a:lnB>
                    <a:noFill/>
                  </a:tcPr>
                </a:tc>
                <a:tc>
                  <a:txBody>
                    <a:bodyPr/>
                    <a:lstStyle/>
                    <a:p>
                      <a:pPr>
                        <a:buNone/>
                      </a:pPr>
                      <a:r>
                        <a:rPr lang="en-US" sz="1700"/>
                        <a:t>12,164</a:t>
                      </a:r>
                    </a:p>
                  </a:txBody>
                  <a:tcPr marL="88803" marR="88803" marT="44401" marB="44401" anchor="ctr">
                    <a:lnL>
                      <a:noFill/>
                    </a:lnL>
                    <a:lnR>
                      <a:noFill/>
                    </a:lnR>
                    <a:lnT>
                      <a:noFill/>
                    </a:lnT>
                    <a:lnB>
                      <a:noFill/>
                    </a:lnB>
                    <a:noFill/>
                  </a:tcPr>
                </a:tc>
                <a:tc>
                  <a:txBody>
                    <a:bodyPr/>
                    <a:lstStyle/>
                    <a:p>
                      <a:pPr>
                        <a:buNone/>
                      </a:pPr>
                      <a:r>
                        <a:rPr lang="en-US" sz="1700"/>
                        <a:t>485</a:t>
                      </a:r>
                    </a:p>
                  </a:txBody>
                  <a:tcPr marL="88803" marR="88803" marT="44401" marB="44401" anchor="ctr">
                    <a:lnL>
                      <a:noFill/>
                    </a:lnL>
                    <a:lnR>
                      <a:noFill/>
                    </a:lnR>
                    <a:lnT>
                      <a:noFill/>
                    </a:lnT>
                    <a:lnB>
                      <a:noFill/>
                    </a:lnB>
                    <a:noFill/>
                  </a:tcPr>
                </a:tc>
                <a:tc>
                  <a:txBody>
                    <a:bodyPr/>
                    <a:lstStyle/>
                    <a:p>
                      <a:pPr>
                        <a:buNone/>
                      </a:pPr>
                      <a:r>
                        <a:rPr lang="en-US" sz="1700" dirty="0"/>
                        <a:t>56.4%</a:t>
                      </a:r>
                    </a:p>
                  </a:txBody>
                  <a:tcPr marL="88803" marR="88803" marT="44401" marB="44401" anchor="ctr">
                    <a:lnL>
                      <a:noFill/>
                    </a:lnL>
                    <a:lnR>
                      <a:noFill/>
                    </a:lnR>
                    <a:lnT>
                      <a:noFill/>
                    </a:lnT>
                    <a:lnB>
                      <a:noFill/>
                    </a:lnB>
                    <a:noFill/>
                  </a:tcPr>
                </a:tc>
                <a:extLst>
                  <a:ext uri="{0D108BD9-81ED-4DB2-BD59-A6C34878D82A}">
                    <a16:rowId xmlns:a16="http://schemas.microsoft.com/office/drawing/2014/main" val="346121112"/>
                  </a:ext>
                </a:extLst>
              </a:tr>
              <a:tr h="621620">
                <a:tc>
                  <a:txBody>
                    <a:bodyPr/>
                    <a:lstStyle/>
                    <a:p>
                      <a:pPr>
                        <a:buNone/>
                      </a:pPr>
                      <a:r>
                        <a:rPr lang="en-US" sz="1700" dirty="0"/>
                        <a:t>Step 1 - Majority Match (¾ with Lane direction tie breaker)</a:t>
                      </a:r>
                    </a:p>
                  </a:txBody>
                  <a:tcPr marL="88803" marR="88803" marT="44401" marB="44401" anchor="ctr">
                    <a:lnL>
                      <a:noFill/>
                    </a:lnL>
                    <a:lnR>
                      <a:noFill/>
                    </a:lnR>
                    <a:lnT>
                      <a:noFill/>
                    </a:lnT>
                    <a:lnB>
                      <a:noFill/>
                    </a:lnB>
                    <a:noFill/>
                  </a:tcPr>
                </a:tc>
                <a:tc>
                  <a:txBody>
                    <a:bodyPr/>
                    <a:lstStyle/>
                    <a:p>
                      <a:pPr>
                        <a:buNone/>
                      </a:pPr>
                      <a:r>
                        <a:rPr lang="en-US" sz="1700"/>
                        <a:t>16,520</a:t>
                      </a:r>
                    </a:p>
                  </a:txBody>
                  <a:tcPr marL="88803" marR="88803" marT="44401" marB="44401" anchor="ctr">
                    <a:lnL>
                      <a:noFill/>
                    </a:lnL>
                    <a:lnR>
                      <a:noFill/>
                    </a:lnR>
                    <a:lnT>
                      <a:noFill/>
                    </a:lnT>
                    <a:lnB>
                      <a:noFill/>
                    </a:lnB>
                    <a:noFill/>
                  </a:tcPr>
                </a:tc>
                <a:tc>
                  <a:txBody>
                    <a:bodyPr/>
                    <a:lstStyle/>
                    <a:p>
                      <a:pPr>
                        <a:buNone/>
                      </a:pPr>
                      <a:r>
                        <a:rPr lang="en-US" sz="1700"/>
                        <a:t>12,366</a:t>
                      </a:r>
                    </a:p>
                  </a:txBody>
                  <a:tcPr marL="88803" marR="88803" marT="44401" marB="44401" anchor="ctr">
                    <a:lnL>
                      <a:noFill/>
                    </a:lnL>
                    <a:lnR>
                      <a:noFill/>
                    </a:lnR>
                    <a:lnT>
                      <a:noFill/>
                    </a:lnT>
                    <a:lnB>
                      <a:noFill/>
                    </a:lnB>
                    <a:noFill/>
                  </a:tcPr>
                </a:tc>
                <a:tc>
                  <a:txBody>
                    <a:bodyPr/>
                    <a:lstStyle/>
                    <a:p>
                      <a:pPr>
                        <a:buNone/>
                      </a:pPr>
                      <a:r>
                        <a:rPr lang="en-US" sz="1700"/>
                        <a:t>133</a:t>
                      </a:r>
                    </a:p>
                  </a:txBody>
                  <a:tcPr marL="88803" marR="88803" marT="44401" marB="44401" anchor="ctr">
                    <a:lnL>
                      <a:noFill/>
                    </a:lnL>
                    <a:lnR>
                      <a:noFill/>
                    </a:lnR>
                    <a:lnT>
                      <a:noFill/>
                    </a:lnT>
                    <a:lnB>
                      <a:noFill/>
                    </a:lnB>
                    <a:noFill/>
                  </a:tcPr>
                </a:tc>
                <a:tc>
                  <a:txBody>
                    <a:bodyPr/>
                    <a:lstStyle/>
                    <a:p>
                      <a:pPr>
                        <a:buNone/>
                      </a:pPr>
                      <a:r>
                        <a:rPr lang="en-US" sz="1700" dirty="0"/>
                        <a:t>56.9%</a:t>
                      </a:r>
                    </a:p>
                  </a:txBody>
                  <a:tcPr marL="88803" marR="88803" marT="44401" marB="44401" anchor="ctr">
                    <a:lnL>
                      <a:noFill/>
                    </a:lnL>
                    <a:lnR>
                      <a:noFill/>
                    </a:lnR>
                    <a:lnT>
                      <a:noFill/>
                    </a:lnT>
                    <a:lnB>
                      <a:noFill/>
                    </a:lnB>
                    <a:noFill/>
                  </a:tcPr>
                </a:tc>
                <a:extLst>
                  <a:ext uri="{0D108BD9-81ED-4DB2-BD59-A6C34878D82A}">
                    <a16:rowId xmlns:a16="http://schemas.microsoft.com/office/drawing/2014/main" val="2700311808"/>
                  </a:ext>
                </a:extLst>
              </a:tr>
              <a:tr h="888028">
                <a:tc>
                  <a:txBody>
                    <a:bodyPr/>
                    <a:lstStyle/>
                    <a:p>
                      <a:pPr>
                        <a:buNone/>
                      </a:pPr>
                      <a:r>
                        <a:rPr lang="en-US" sz="1700" dirty="0"/>
                        <a:t>Step 2 - Final Any-Match Override</a:t>
                      </a:r>
                    </a:p>
                  </a:txBody>
                  <a:tcPr marL="88803" marR="88803" marT="44401" marB="44401" anchor="ctr">
                    <a:lnL>
                      <a:noFill/>
                    </a:lnL>
                    <a:lnR>
                      <a:noFill/>
                    </a:lnR>
                    <a:lnT>
                      <a:noFill/>
                    </a:lnT>
                    <a:lnB>
                      <a:noFill/>
                    </a:lnB>
                    <a:noFill/>
                  </a:tcPr>
                </a:tc>
                <a:tc>
                  <a:txBody>
                    <a:bodyPr/>
                    <a:lstStyle/>
                    <a:p>
                      <a:pPr>
                        <a:buNone/>
                      </a:pPr>
                      <a:r>
                        <a:rPr lang="en-US" sz="1700"/>
                        <a:t>24,940</a:t>
                      </a:r>
                    </a:p>
                  </a:txBody>
                  <a:tcPr marL="88803" marR="88803" marT="44401" marB="44401" anchor="ctr">
                    <a:lnL>
                      <a:noFill/>
                    </a:lnL>
                    <a:lnR>
                      <a:noFill/>
                    </a:lnR>
                    <a:lnT>
                      <a:noFill/>
                    </a:lnT>
                    <a:lnB>
                      <a:noFill/>
                    </a:lnB>
                    <a:noFill/>
                  </a:tcPr>
                </a:tc>
                <a:tc>
                  <a:txBody>
                    <a:bodyPr/>
                    <a:lstStyle/>
                    <a:p>
                      <a:pPr>
                        <a:buNone/>
                      </a:pPr>
                      <a:r>
                        <a:rPr lang="en-US" sz="1700"/>
                        <a:t>3,946</a:t>
                      </a:r>
                    </a:p>
                  </a:txBody>
                  <a:tcPr marL="88803" marR="88803" marT="44401" marB="44401" anchor="ctr">
                    <a:lnL>
                      <a:noFill/>
                    </a:lnL>
                    <a:lnR>
                      <a:noFill/>
                    </a:lnR>
                    <a:lnT>
                      <a:noFill/>
                    </a:lnT>
                    <a:lnB>
                      <a:noFill/>
                    </a:lnB>
                    <a:noFill/>
                  </a:tcPr>
                </a:tc>
                <a:tc>
                  <a:txBody>
                    <a:bodyPr/>
                    <a:lstStyle/>
                    <a:p>
                      <a:pPr>
                        <a:buNone/>
                      </a:pPr>
                      <a:r>
                        <a:rPr lang="en-US" sz="1700"/>
                        <a:t>133</a:t>
                      </a:r>
                    </a:p>
                  </a:txBody>
                  <a:tcPr marL="88803" marR="88803" marT="44401" marB="44401" anchor="ctr">
                    <a:lnL>
                      <a:noFill/>
                    </a:lnL>
                    <a:lnR>
                      <a:noFill/>
                    </a:lnR>
                    <a:lnT>
                      <a:noFill/>
                    </a:lnT>
                    <a:lnB>
                      <a:noFill/>
                    </a:lnB>
                    <a:noFill/>
                  </a:tcPr>
                </a:tc>
                <a:tc>
                  <a:txBody>
                    <a:bodyPr/>
                    <a:lstStyle/>
                    <a:p>
                      <a:pPr>
                        <a:buNone/>
                      </a:pPr>
                      <a:r>
                        <a:rPr lang="en-US" sz="1700" dirty="0"/>
                        <a:t>85.9%</a:t>
                      </a:r>
                    </a:p>
                  </a:txBody>
                  <a:tcPr marL="88803" marR="88803" marT="44401" marB="44401" anchor="ctr">
                    <a:lnL>
                      <a:noFill/>
                    </a:lnL>
                    <a:lnR>
                      <a:noFill/>
                    </a:lnR>
                    <a:lnT>
                      <a:noFill/>
                    </a:lnT>
                    <a:lnB>
                      <a:noFill/>
                    </a:lnB>
                    <a:noFill/>
                  </a:tcPr>
                </a:tc>
                <a:extLst>
                  <a:ext uri="{0D108BD9-81ED-4DB2-BD59-A6C34878D82A}">
                    <a16:rowId xmlns:a16="http://schemas.microsoft.com/office/drawing/2014/main" val="926434644"/>
                  </a:ext>
                </a:extLst>
              </a:tr>
            </a:tbl>
          </a:graphicData>
        </a:graphic>
      </p:graphicFrame>
    </p:spTree>
    <p:extLst>
      <p:ext uri="{BB962C8B-B14F-4D97-AF65-F5344CB8AC3E}">
        <p14:creationId xmlns:p14="http://schemas.microsoft.com/office/powerpoint/2010/main" val="2057458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95C1E-8E3C-150A-7683-D244C50FB9E4}"/>
              </a:ext>
            </a:extLst>
          </p:cNvPr>
          <p:cNvSpPr>
            <a:spLocks noGrp="1"/>
          </p:cNvSpPr>
          <p:nvPr>
            <p:ph type="title"/>
          </p:nvPr>
        </p:nvSpPr>
        <p:spPr/>
        <p:txBody>
          <a:bodyPr/>
          <a:lstStyle/>
          <a:p>
            <a:r>
              <a:rPr lang="en-US" dirty="0"/>
              <a:t>Field meanings</a:t>
            </a:r>
          </a:p>
        </p:txBody>
      </p:sp>
      <p:graphicFrame>
        <p:nvGraphicFramePr>
          <p:cNvPr id="6" name="Content Placeholder 5">
            <a:extLst>
              <a:ext uri="{FF2B5EF4-FFF2-40B4-BE49-F238E27FC236}">
                <a16:creationId xmlns:a16="http://schemas.microsoft.com/office/drawing/2014/main" id="{45B79E4B-AC23-C18A-CFDE-FBDB3618461A}"/>
              </a:ext>
            </a:extLst>
          </p:cNvPr>
          <p:cNvGraphicFramePr>
            <a:graphicFrameLocks noGrp="1"/>
          </p:cNvGraphicFramePr>
          <p:nvPr>
            <p:ph idx="1"/>
            <p:extLst>
              <p:ext uri="{D42A27DB-BD31-4B8C-83A1-F6EECF244321}">
                <p14:modId xmlns:p14="http://schemas.microsoft.com/office/powerpoint/2010/main" val="4181339235"/>
              </p:ext>
            </p:extLst>
          </p:nvPr>
        </p:nvGraphicFramePr>
        <p:xfrm>
          <a:off x="838200" y="3136106"/>
          <a:ext cx="10515600" cy="1828800"/>
        </p:xfrm>
        <a:graphic>
          <a:graphicData uri="http://schemas.openxmlformats.org/drawingml/2006/table">
            <a:tbl>
              <a:tblPr/>
              <a:tblGrid>
                <a:gridCol w="2628900">
                  <a:extLst>
                    <a:ext uri="{9D8B030D-6E8A-4147-A177-3AD203B41FA5}">
                      <a16:colId xmlns:a16="http://schemas.microsoft.com/office/drawing/2014/main" val="3741611120"/>
                    </a:ext>
                  </a:extLst>
                </a:gridCol>
                <a:gridCol w="2628900">
                  <a:extLst>
                    <a:ext uri="{9D8B030D-6E8A-4147-A177-3AD203B41FA5}">
                      <a16:colId xmlns:a16="http://schemas.microsoft.com/office/drawing/2014/main" val="2287063919"/>
                    </a:ext>
                  </a:extLst>
                </a:gridCol>
                <a:gridCol w="2628900">
                  <a:extLst>
                    <a:ext uri="{9D8B030D-6E8A-4147-A177-3AD203B41FA5}">
                      <a16:colId xmlns:a16="http://schemas.microsoft.com/office/drawing/2014/main" val="1986097843"/>
                    </a:ext>
                  </a:extLst>
                </a:gridCol>
                <a:gridCol w="2628900">
                  <a:extLst>
                    <a:ext uri="{9D8B030D-6E8A-4147-A177-3AD203B41FA5}">
                      <a16:colId xmlns:a16="http://schemas.microsoft.com/office/drawing/2014/main" val="2839637286"/>
                    </a:ext>
                  </a:extLst>
                </a:gridCol>
              </a:tblGrid>
              <a:tr h="0">
                <a:tc>
                  <a:txBody>
                    <a:bodyPr/>
                    <a:lstStyle/>
                    <a:p>
                      <a:r>
                        <a:rPr lang="en-US"/>
                        <a:t>Field</a:t>
                      </a:r>
                    </a:p>
                  </a:txBody>
                  <a:tcPr anchor="ctr">
                    <a:lnL>
                      <a:noFill/>
                    </a:lnL>
                    <a:lnR>
                      <a:noFill/>
                    </a:lnR>
                    <a:lnT>
                      <a:noFill/>
                    </a:lnT>
                    <a:lnB>
                      <a:noFill/>
                    </a:lnB>
                    <a:noFill/>
                  </a:tcPr>
                </a:tc>
                <a:tc>
                  <a:txBody>
                    <a:bodyPr/>
                    <a:lstStyle/>
                    <a:p>
                      <a:r>
                        <a:rPr lang="en-US"/>
                        <a:t>Derived From</a:t>
                      </a:r>
                    </a:p>
                  </a:txBody>
                  <a:tcPr anchor="ctr">
                    <a:lnL>
                      <a:noFill/>
                    </a:lnL>
                    <a:lnR>
                      <a:noFill/>
                    </a:lnR>
                    <a:lnT>
                      <a:noFill/>
                    </a:lnT>
                    <a:lnB>
                      <a:noFill/>
                    </a:lnB>
                    <a:noFill/>
                  </a:tcPr>
                </a:tc>
                <a:tc>
                  <a:txBody>
                    <a:bodyPr/>
                    <a:lstStyle/>
                    <a:p>
                      <a:r>
                        <a:rPr lang="en-US"/>
                        <a:t>Type</a:t>
                      </a:r>
                    </a:p>
                  </a:txBody>
                  <a:tcPr anchor="ctr">
                    <a:lnL>
                      <a:noFill/>
                    </a:lnL>
                    <a:lnR>
                      <a:noFill/>
                    </a:lnR>
                    <a:lnT>
                      <a:noFill/>
                    </a:lnT>
                    <a:lnB>
                      <a:noFill/>
                    </a:lnB>
                    <a:noFill/>
                  </a:tcPr>
                </a:tc>
                <a:tc>
                  <a:txBody>
                    <a:bodyPr/>
                    <a:lstStyle/>
                    <a:p>
                      <a:r>
                        <a:rPr lang="en-US"/>
                        <a:t>Real-world vs System</a:t>
                      </a:r>
                    </a:p>
                  </a:txBody>
                  <a:tcPr anchor="ctr">
                    <a:lnL>
                      <a:noFill/>
                    </a:lnL>
                    <a:lnR>
                      <a:noFill/>
                    </a:lnR>
                    <a:lnT>
                      <a:noFill/>
                    </a:lnT>
                    <a:lnB>
                      <a:noFill/>
                    </a:lnB>
                    <a:noFill/>
                  </a:tcPr>
                </a:tc>
                <a:extLst>
                  <a:ext uri="{0D108BD9-81ED-4DB2-BD59-A6C34878D82A}">
                    <a16:rowId xmlns:a16="http://schemas.microsoft.com/office/drawing/2014/main" val="1788274448"/>
                  </a:ext>
                </a:extLst>
              </a:tr>
              <a:tr h="0">
                <a:tc>
                  <a:txBody>
                    <a:bodyPr/>
                    <a:lstStyle/>
                    <a:p>
                      <a:r>
                        <a:rPr lang="en-US"/>
                        <a:t>milepointdirection</a:t>
                      </a:r>
                    </a:p>
                  </a:txBody>
                  <a:tcPr anchor="ctr">
                    <a:lnL>
                      <a:noFill/>
                    </a:lnL>
                    <a:lnR>
                      <a:noFill/>
                    </a:lnR>
                    <a:lnT>
                      <a:noFill/>
                    </a:lnT>
                    <a:lnB>
                      <a:noFill/>
                    </a:lnB>
                    <a:noFill/>
                  </a:tcPr>
                </a:tc>
                <a:tc>
                  <a:txBody>
                    <a:bodyPr/>
                    <a:lstStyle/>
                    <a:p>
                      <a:r>
                        <a:rPr lang="en-US"/>
                        <a:t>Milepoint system</a:t>
                      </a:r>
                    </a:p>
                  </a:txBody>
                  <a:tcPr anchor="ctr">
                    <a:lnL>
                      <a:noFill/>
                    </a:lnL>
                    <a:lnR>
                      <a:noFill/>
                    </a:lnR>
                    <a:lnT>
                      <a:noFill/>
                    </a:lnT>
                    <a:lnB>
                      <a:noFill/>
                    </a:lnB>
                    <a:noFill/>
                  </a:tcPr>
                </a:tc>
                <a:tc>
                  <a:txBody>
                    <a:bodyPr/>
                    <a:lstStyle/>
                    <a:p>
                      <a:r>
                        <a:rPr lang="en-US"/>
                        <a:t>Road system logic</a:t>
                      </a:r>
                    </a:p>
                  </a:txBody>
                  <a:tcPr anchor="ctr">
                    <a:lnL>
                      <a:noFill/>
                    </a:lnL>
                    <a:lnR>
                      <a:noFill/>
                    </a:lnR>
                    <a:lnT>
                      <a:noFill/>
                    </a:lnT>
                    <a:lnB>
                      <a:noFill/>
                    </a:lnB>
                    <a:noFill/>
                  </a:tcPr>
                </a:tc>
                <a:tc>
                  <a:txBody>
                    <a:bodyPr/>
                    <a:lstStyle/>
                    <a:p>
                      <a:r>
                        <a:rPr lang="en-US"/>
                        <a:t>System-based</a:t>
                      </a:r>
                    </a:p>
                  </a:txBody>
                  <a:tcPr anchor="ctr">
                    <a:lnL>
                      <a:noFill/>
                    </a:lnL>
                    <a:lnR>
                      <a:noFill/>
                    </a:lnR>
                    <a:lnT>
                      <a:noFill/>
                    </a:lnT>
                    <a:lnB>
                      <a:noFill/>
                    </a:lnB>
                    <a:noFill/>
                  </a:tcPr>
                </a:tc>
                <a:extLst>
                  <a:ext uri="{0D108BD9-81ED-4DB2-BD59-A6C34878D82A}">
                    <a16:rowId xmlns:a16="http://schemas.microsoft.com/office/drawing/2014/main" val="217354791"/>
                  </a:ext>
                </a:extLst>
              </a:tr>
              <a:tr h="0">
                <a:tc>
                  <a:txBody>
                    <a:bodyPr/>
                    <a:lstStyle/>
                    <a:p>
                      <a:r>
                        <a:rPr lang="en-US"/>
                        <a:t>logmile_dir</a:t>
                      </a:r>
                    </a:p>
                  </a:txBody>
                  <a:tcPr anchor="ctr">
                    <a:lnL>
                      <a:noFill/>
                    </a:lnL>
                    <a:lnR>
                      <a:noFill/>
                    </a:lnR>
                    <a:lnT>
                      <a:noFill/>
                    </a:lnT>
                    <a:lnB>
                      <a:noFill/>
                    </a:lnB>
                    <a:noFill/>
                  </a:tcPr>
                </a:tc>
                <a:tc>
                  <a:txBody>
                    <a:bodyPr/>
                    <a:lstStyle/>
                    <a:p>
                      <a:r>
                        <a:rPr lang="en-US"/>
                        <a:t>Log mile inventory</a:t>
                      </a:r>
                    </a:p>
                  </a:txBody>
                  <a:tcPr anchor="ctr">
                    <a:lnL>
                      <a:noFill/>
                    </a:lnL>
                    <a:lnR>
                      <a:noFill/>
                    </a:lnR>
                    <a:lnT>
                      <a:noFill/>
                    </a:lnT>
                    <a:lnB>
                      <a:noFill/>
                    </a:lnB>
                    <a:noFill/>
                  </a:tcPr>
                </a:tc>
                <a:tc>
                  <a:txBody>
                    <a:bodyPr/>
                    <a:lstStyle/>
                    <a:p>
                      <a:r>
                        <a:rPr lang="en-US"/>
                        <a:t>MDOT Road </a:t>
                      </a:r>
                      <a:r>
                        <a:rPr lang="en-US" dirty="0"/>
                        <a:t>inventory</a:t>
                      </a:r>
                    </a:p>
                  </a:txBody>
                  <a:tcPr anchor="ctr">
                    <a:lnL>
                      <a:noFill/>
                    </a:lnL>
                    <a:lnR>
                      <a:noFill/>
                    </a:lnR>
                    <a:lnT>
                      <a:noFill/>
                    </a:lnT>
                    <a:lnB>
                      <a:noFill/>
                    </a:lnB>
                    <a:noFill/>
                  </a:tcPr>
                </a:tc>
                <a:tc>
                  <a:txBody>
                    <a:bodyPr/>
                    <a:lstStyle/>
                    <a:p>
                      <a:r>
                        <a:rPr lang="en-US"/>
                        <a:t>System-based</a:t>
                      </a:r>
                    </a:p>
                  </a:txBody>
                  <a:tcPr anchor="ctr">
                    <a:lnL>
                      <a:noFill/>
                    </a:lnL>
                    <a:lnR>
                      <a:noFill/>
                    </a:lnR>
                    <a:lnT>
                      <a:noFill/>
                    </a:lnT>
                    <a:lnB>
                      <a:noFill/>
                    </a:lnB>
                    <a:noFill/>
                  </a:tcPr>
                </a:tc>
                <a:extLst>
                  <a:ext uri="{0D108BD9-81ED-4DB2-BD59-A6C34878D82A}">
                    <a16:rowId xmlns:a16="http://schemas.microsoft.com/office/drawing/2014/main" val="3436173211"/>
                  </a:ext>
                </a:extLst>
              </a:tr>
              <a:tr h="0">
                <a:tc>
                  <a:txBody>
                    <a:bodyPr/>
                    <a:lstStyle/>
                    <a:p>
                      <a:r>
                        <a:rPr lang="en-US"/>
                        <a:t>goingdirection</a:t>
                      </a:r>
                    </a:p>
                  </a:txBody>
                  <a:tcPr anchor="ctr">
                    <a:lnL>
                      <a:noFill/>
                    </a:lnL>
                    <a:lnR>
                      <a:noFill/>
                    </a:lnR>
                    <a:lnT>
                      <a:noFill/>
                    </a:lnT>
                    <a:lnB>
                      <a:noFill/>
                    </a:lnB>
                    <a:noFill/>
                  </a:tcPr>
                </a:tc>
                <a:tc>
                  <a:txBody>
                    <a:bodyPr/>
                    <a:lstStyle/>
                    <a:p>
                      <a:r>
                        <a:rPr lang="en-US"/>
                        <a:t>Officer/driver input</a:t>
                      </a:r>
                    </a:p>
                  </a:txBody>
                  <a:tcPr anchor="ctr">
                    <a:lnL>
                      <a:noFill/>
                    </a:lnL>
                    <a:lnR>
                      <a:noFill/>
                    </a:lnR>
                    <a:lnT>
                      <a:noFill/>
                    </a:lnT>
                    <a:lnB>
                      <a:noFill/>
                    </a:lnB>
                    <a:noFill/>
                  </a:tcPr>
                </a:tc>
                <a:tc>
                  <a:txBody>
                    <a:bodyPr/>
                    <a:lstStyle/>
                    <a:p>
                      <a:r>
                        <a:rPr lang="en-US"/>
                        <a:t>Observed behavior</a:t>
                      </a:r>
                    </a:p>
                  </a:txBody>
                  <a:tcPr anchor="ctr">
                    <a:lnL>
                      <a:noFill/>
                    </a:lnL>
                    <a:lnR>
                      <a:noFill/>
                    </a:lnR>
                    <a:lnT>
                      <a:noFill/>
                    </a:lnT>
                    <a:lnB>
                      <a:noFill/>
                    </a:lnB>
                    <a:noFill/>
                  </a:tcPr>
                </a:tc>
                <a:tc>
                  <a:txBody>
                    <a:bodyPr/>
                    <a:lstStyle/>
                    <a:p>
                      <a:r>
                        <a:rPr lang="en-US"/>
                        <a:t>Real-world</a:t>
                      </a:r>
                    </a:p>
                  </a:txBody>
                  <a:tcPr anchor="ctr">
                    <a:lnL>
                      <a:noFill/>
                    </a:lnL>
                    <a:lnR>
                      <a:noFill/>
                    </a:lnR>
                    <a:lnT>
                      <a:noFill/>
                    </a:lnT>
                    <a:lnB>
                      <a:noFill/>
                    </a:lnB>
                    <a:noFill/>
                  </a:tcPr>
                </a:tc>
                <a:extLst>
                  <a:ext uri="{0D108BD9-81ED-4DB2-BD59-A6C34878D82A}">
                    <a16:rowId xmlns:a16="http://schemas.microsoft.com/office/drawing/2014/main" val="761424391"/>
                  </a:ext>
                </a:extLst>
              </a:tr>
              <a:tr h="0">
                <a:tc>
                  <a:txBody>
                    <a:bodyPr/>
                    <a:lstStyle/>
                    <a:p>
                      <a:r>
                        <a:rPr lang="en-US"/>
                        <a:t>lanedirection</a:t>
                      </a:r>
                    </a:p>
                  </a:txBody>
                  <a:tcPr anchor="ctr">
                    <a:lnL>
                      <a:noFill/>
                    </a:lnL>
                    <a:lnR>
                      <a:noFill/>
                    </a:lnR>
                    <a:lnT>
                      <a:noFill/>
                    </a:lnT>
                    <a:lnB>
                      <a:noFill/>
                    </a:lnB>
                    <a:noFill/>
                  </a:tcPr>
                </a:tc>
                <a:tc>
                  <a:txBody>
                    <a:bodyPr/>
                    <a:lstStyle/>
                    <a:p>
                      <a:r>
                        <a:rPr lang="en-US"/>
                        <a:t>Lane-level analysis</a:t>
                      </a:r>
                    </a:p>
                  </a:txBody>
                  <a:tcPr anchor="ctr">
                    <a:lnL>
                      <a:noFill/>
                    </a:lnL>
                    <a:lnR>
                      <a:noFill/>
                    </a:lnR>
                    <a:lnT>
                      <a:noFill/>
                    </a:lnT>
                    <a:lnB>
                      <a:noFill/>
                    </a:lnB>
                    <a:noFill/>
                  </a:tcPr>
                </a:tc>
                <a:tc>
                  <a:txBody>
                    <a:bodyPr/>
                    <a:lstStyle/>
                    <a:p>
                      <a:r>
                        <a:rPr lang="en-US"/>
                        <a:t>Traffic flow</a:t>
                      </a:r>
                    </a:p>
                  </a:txBody>
                  <a:tcPr anchor="ctr">
                    <a:lnL>
                      <a:noFill/>
                    </a:lnL>
                    <a:lnR>
                      <a:noFill/>
                    </a:lnR>
                    <a:lnT>
                      <a:noFill/>
                    </a:lnT>
                    <a:lnB>
                      <a:noFill/>
                    </a:lnB>
                    <a:noFill/>
                  </a:tcPr>
                </a:tc>
                <a:tc>
                  <a:txBody>
                    <a:bodyPr/>
                    <a:lstStyle/>
                    <a:p>
                      <a:r>
                        <a:rPr lang="en-US" dirty="0"/>
                        <a:t>Real-world</a:t>
                      </a:r>
                    </a:p>
                  </a:txBody>
                  <a:tcPr anchor="ctr">
                    <a:lnL>
                      <a:noFill/>
                    </a:lnL>
                    <a:lnR>
                      <a:noFill/>
                    </a:lnR>
                    <a:lnT>
                      <a:noFill/>
                    </a:lnT>
                    <a:lnB>
                      <a:noFill/>
                    </a:lnB>
                    <a:noFill/>
                  </a:tcPr>
                </a:tc>
                <a:extLst>
                  <a:ext uri="{0D108BD9-81ED-4DB2-BD59-A6C34878D82A}">
                    <a16:rowId xmlns:a16="http://schemas.microsoft.com/office/drawing/2014/main" val="2299785634"/>
                  </a:ext>
                </a:extLst>
              </a:tr>
            </a:tbl>
          </a:graphicData>
        </a:graphic>
      </p:graphicFrame>
      <p:sp>
        <p:nvSpPr>
          <p:cNvPr id="4" name="Footer Placeholder 3">
            <a:extLst>
              <a:ext uri="{FF2B5EF4-FFF2-40B4-BE49-F238E27FC236}">
                <a16:creationId xmlns:a16="http://schemas.microsoft.com/office/drawing/2014/main" id="{B9F59153-4B81-9D4B-D0A7-17974B43FC8D}"/>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0955F93E-1742-8F7D-3AC2-C79096679A51}"/>
              </a:ext>
            </a:extLst>
          </p:cNvPr>
          <p:cNvSpPr>
            <a:spLocks noGrp="1"/>
          </p:cNvSpPr>
          <p:nvPr>
            <p:ph type="sldNum" sz="quarter" idx="4"/>
          </p:nvPr>
        </p:nvSpPr>
        <p:spPr/>
        <p:txBody>
          <a:bodyPr/>
          <a:lstStyle/>
          <a:p>
            <a:fld id="{80E8E832-D5BD-E340-9950-DA7B1292B12F}" type="slidenum">
              <a:rPr lang="en-US" smtClean="0"/>
              <a:t>12</a:t>
            </a:fld>
            <a:endParaRPr lang="en-US"/>
          </a:p>
        </p:txBody>
      </p:sp>
    </p:spTree>
    <p:extLst>
      <p:ext uri="{BB962C8B-B14F-4D97-AF65-F5344CB8AC3E}">
        <p14:creationId xmlns:p14="http://schemas.microsoft.com/office/powerpoint/2010/main" val="457158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91275-2ECC-AEFF-E91F-E788772E9D0E}"/>
              </a:ext>
            </a:extLst>
          </p:cNvPr>
          <p:cNvSpPr>
            <a:spLocks noGrp="1"/>
          </p:cNvSpPr>
          <p:nvPr>
            <p:ph type="title"/>
          </p:nvPr>
        </p:nvSpPr>
        <p:spPr/>
        <p:txBody>
          <a:bodyPr/>
          <a:lstStyle/>
          <a:p>
            <a:r>
              <a:rPr lang="en-US" dirty="0"/>
              <a:t>Adding crash rate</a:t>
            </a:r>
          </a:p>
        </p:txBody>
      </p:sp>
      <p:sp>
        <p:nvSpPr>
          <p:cNvPr id="3" name="Content Placeholder 2">
            <a:extLst>
              <a:ext uri="{FF2B5EF4-FFF2-40B4-BE49-F238E27FC236}">
                <a16:creationId xmlns:a16="http://schemas.microsoft.com/office/drawing/2014/main" id="{799159C2-5086-4307-2D23-883FE0A3F584}"/>
              </a:ext>
            </a:extLst>
          </p:cNvPr>
          <p:cNvSpPr>
            <a:spLocks noGrp="1"/>
          </p:cNvSpPr>
          <p:nvPr>
            <p:ph idx="1"/>
          </p:nvPr>
        </p:nvSpPr>
        <p:spPr>
          <a:xfrm>
            <a:off x="793750" y="1410970"/>
            <a:ext cx="3086100" cy="4351338"/>
          </a:xfrm>
        </p:spPr>
        <p:txBody>
          <a:bodyPr/>
          <a:lstStyle/>
          <a:p>
            <a:r>
              <a:rPr lang="en-US" dirty="0"/>
              <a:t>From </a:t>
            </a:r>
            <a:r>
              <a:rPr lang="en-US" dirty="0" err="1"/>
              <a:t>Inrix</a:t>
            </a:r>
            <a:r>
              <a:rPr lang="en-US" dirty="0"/>
              <a:t> 2019 database</a:t>
            </a:r>
          </a:p>
          <a:p>
            <a:r>
              <a:rPr lang="en-US" dirty="0"/>
              <a:t>Conflated with TMCs</a:t>
            </a:r>
          </a:p>
        </p:txBody>
      </p:sp>
      <p:sp>
        <p:nvSpPr>
          <p:cNvPr id="4" name="Footer Placeholder 3">
            <a:extLst>
              <a:ext uri="{FF2B5EF4-FFF2-40B4-BE49-F238E27FC236}">
                <a16:creationId xmlns:a16="http://schemas.microsoft.com/office/drawing/2014/main" id="{6BDE684C-602C-7B85-3EBE-D073DA9008D2}"/>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55B3BBF1-31BE-0919-FD29-4A97A79C400E}"/>
              </a:ext>
            </a:extLst>
          </p:cNvPr>
          <p:cNvSpPr>
            <a:spLocks noGrp="1"/>
          </p:cNvSpPr>
          <p:nvPr>
            <p:ph type="sldNum" sz="quarter" idx="4"/>
          </p:nvPr>
        </p:nvSpPr>
        <p:spPr/>
        <p:txBody>
          <a:bodyPr/>
          <a:lstStyle/>
          <a:p>
            <a:fld id="{80E8E832-D5BD-E340-9950-DA7B1292B12F}" type="slidenum">
              <a:rPr lang="en-US" smtClean="0"/>
              <a:t>13</a:t>
            </a:fld>
            <a:endParaRPr lang="en-US"/>
          </a:p>
        </p:txBody>
      </p:sp>
      <p:pic>
        <p:nvPicPr>
          <p:cNvPr id="9" name="Picture 8">
            <a:extLst>
              <a:ext uri="{FF2B5EF4-FFF2-40B4-BE49-F238E27FC236}">
                <a16:creationId xmlns:a16="http://schemas.microsoft.com/office/drawing/2014/main" id="{77E88D7F-E617-78D2-3737-E4AB7A2B8389}"/>
              </a:ext>
            </a:extLst>
          </p:cNvPr>
          <p:cNvPicPr>
            <a:picLocks noChangeAspect="1"/>
          </p:cNvPicPr>
          <p:nvPr/>
        </p:nvPicPr>
        <p:blipFill>
          <a:blip r:embed="rId2"/>
          <a:stretch>
            <a:fillRect/>
          </a:stretch>
        </p:blipFill>
        <p:spPr>
          <a:xfrm>
            <a:off x="4405550" y="3905576"/>
            <a:ext cx="7510809" cy="1513708"/>
          </a:xfrm>
          <a:prstGeom prst="rect">
            <a:avLst/>
          </a:prstGeom>
        </p:spPr>
      </p:pic>
      <p:pic>
        <p:nvPicPr>
          <p:cNvPr id="8" name="Picture 7">
            <a:extLst>
              <a:ext uri="{FF2B5EF4-FFF2-40B4-BE49-F238E27FC236}">
                <a16:creationId xmlns:a16="http://schemas.microsoft.com/office/drawing/2014/main" id="{0A77C67E-7950-5917-9142-D100ECA9F546}"/>
              </a:ext>
            </a:extLst>
          </p:cNvPr>
          <p:cNvPicPr>
            <a:picLocks noChangeAspect="1"/>
          </p:cNvPicPr>
          <p:nvPr/>
        </p:nvPicPr>
        <p:blipFill>
          <a:blip r:embed="rId3"/>
          <a:stretch>
            <a:fillRect/>
          </a:stretch>
        </p:blipFill>
        <p:spPr>
          <a:xfrm>
            <a:off x="4405550" y="1410970"/>
            <a:ext cx="7304866" cy="2251970"/>
          </a:xfrm>
          <a:prstGeom prst="rect">
            <a:avLst/>
          </a:prstGeom>
        </p:spPr>
      </p:pic>
    </p:spTree>
    <p:extLst>
      <p:ext uri="{BB962C8B-B14F-4D97-AF65-F5344CB8AC3E}">
        <p14:creationId xmlns:p14="http://schemas.microsoft.com/office/powerpoint/2010/main" val="3073024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B19C-45D0-2BFC-8AAA-2CECE62C449D}"/>
              </a:ext>
            </a:extLst>
          </p:cNvPr>
          <p:cNvSpPr>
            <a:spLocks noGrp="1"/>
          </p:cNvSpPr>
          <p:nvPr>
            <p:ph type="title"/>
          </p:nvPr>
        </p:nvSpPr>
        <p:spPr/>
        <p:txBody>
          <a:bodyPr/>
          <a:lstStyle/>
          <a:p>
            <a:r>
              <a:rPr lang="en-US" dirty="0"/>
              <a:t>H test set up</a:t>
            </a:r>
          </a:p>
        </p:txBody>
      </p:sp>
      <p:sp>
        <p:nvSpPr>
          <p:cNvPr id="3" name="Content Placeholder 2">
            <a:extLst>
              <a:ext uri="{FF2B5EF4-FFF2-40B4-BE49-F238E27FC236}">
                <a16:creationId xmlns:a16="http://schemas.microsoft.com/office/drawing/2014/main" id="{22A6A65B-BBA4-2155-1C9A-B4075B99B27B}"/>
              </a:ext>
            </a:extLst>
          </p:cNvPr>
          <p:cNvSpPr>
            <a:spLocks noGrp="1"/>
          </p:cNvSpPr>
          <p:nvPr>
            <p:ph idx="1"/>
          </p:nvPr>
        </p:nvSpPr>
        <p:spPr/>
        <p:txBody>
          <a:bodyPr/>
          <a:lstStyle/>
          <a:p>
            <a:r>
              <a:rPr lang="en-US" dirty="0"/>
              <a:t>Selected 3 random Truck Parking Zones</a:t>
            </a:r>
          </a:p>
          <a:p>
            <a:r>
              <a:rPr lang="en-US" dirty="0"/>
              <a:t>Created 3 new control lots with upstream, downstream, and on/off ramps with same characteristics (number of lanes, speed limit, road name, road curvature, type of on/off ramp) </a:t>
            </a:r>
          </a:p>
          <a:p>
            <a:r>
              <a:rPr lang="en-US" dirty="0"/>
              <a:t>Conflated all zones; test and control</a:t>
            </a:r>
          </a:p>
          <a:p>
            <a:endParaRPr lang="en-US" dirty="0"/>
          </a:p>
        </p:txBody>
      </p:sp>
      <p:sp>
        <p:nvSpPr>
          <p:cNvPr id="4" name="Footer Placeholder 3">
            <a:extLst>
              <a:ext uri="{FF2B5EF4-FFF2-40B4-BE49-F238E27FC236}">
                <a16:creationId xmlns:a16="http://schemas.microsoft.com/office/drawing/2014/main" id="{E2F75745-6B98-E6F0-710F-BCA87FBE394A}"/>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2AC78435-8CC6-CF76-46CB-A2559C2A5B9C}"/>
              </a:ext>
            </a:extLst>
          </p:cNvPr>
          <p:cNvSpPr>
            <a:spLocks noGrp="1"/>
          </p:cNvSpPr>
          <p:nvPr>
            <p:ph type="sldNum" sz="quarter" idx="4"/>
          </p:nvPr>
        </p:nvSpPr>
        <p:spPr/>
        <p:txBody>
          <a:bodyPr/>
          <a:lstStyle/>
          <a:p>
            <a:fld id="{80E8E832-D5BD-E340-9950-DA7B1292B12F}" type="slidenum">
              <a:rPr lang="en-US" smtClean="0"/>
              <a:t>14</a:t>
            </a:fld>
            <a:endParaRPr lang="en-US"/>
          </a:p>
        </p:txBody>
      </p:sp>
    </p:spTree>
    <p:extLst>
      <p:ext uri="{BB962C8B-B14F-4D97-AF65-F5344CB8AC3E}">
        <p14:creationId xmlns:p14="http://schemas.microsoft.com/office/powerpoint/2010/main" val="800114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573D0-5764-6CC9-E036-0B9B8F798DD6}"/>
              </a:ext>
            </a:extLst>
          </p:cNvPr>
          <p:cNvSpPr>
            <a:spLocks noGrp="1"/>
          </p:cNvSpPr>
          <p:nvPr>
            <p:ph type="title"/>
          </p:nvPr>
        </p:nvSpPr>
        <p:spPr/>
        <p:txBody>
          <a:bodyPr/>
          <a:lstStyle/>
          <a:p>
            <a:r>
              <a:rPr lang="en-US" dirty="0"/>
              <a:t>Hypothesis testing</a:t>
            </a:r>
          </a:p>
        </p:txBody>
      </p:sp>
      <p:sp>
        <p:nvSpPr>
          <p:cNvPr id="3" name="Content Placeholder 2">
            <a:extLst>
              <a:ext uri="{FF2B5EF4-FFF2-40B4-BE49-F238E27FC236}">
                <a16:creationId xmlns:a16="http://schemas.microsoft.com/office/drawing/2014/main" id="{8D920C44-1E2A-74D2-EDCC-3010D6FEB47D}"/>
              </a:ext>
            </a:extLst>
          </p:cNvPr>
          <p:cNvSpPr>
            <a:spLocks noGrp="1"/>
          </p:cNvSpPr>
          <p:nvPr>
            <p:ph idx="1"/>
          </p:nvPr>
        </p:nvSpPr>
        <p:spPr>
          <a:xfrm>
            <a:off x="838200" y="1422400"/>
            <a:ext cx="10515600" cy="5340350"/>
          </a:xfrm>
        </p:spPr>
        <p:txBody>
          <a:bodyPr>
            <a:normAutofit fontScale="47500" lnSpcReduction="20000"/>
          </a:bodyPr>
          <a:lstStyle/>
          <a:p>
            <a:r>
              <a:rPr lang="en-US" sz="2200" dirty="0"/>
              <a:t>1. Poisson Test</a:t>
            </a:r>
          </a:p>
          <a:p>
            <a:r>
              <a:rPr lang="en-US" sz="2200" dirty="0"/>
              <a:t>What it tests: Whether the observed crash count in one group (e.g., truck zone) is significantly higher than expected based on another group (e.g., control) given exposure (VMT).</a:t>
            </a:r>
          </a:p>
          <a:p>
            <a:r>
              <a:rPr lang="en-US" sz="2200" dirty="0"/>
              <a:t>Why it works: Crash data are count-based, and VMT is used as the exposure variable.</a:t>
            </a:r>
          </a:p>
          <a:p>
            <a:r>
              <a:rPr lang="en-US" sz="2200" dirty="0"/>
              <a:t>Assumptions:</a:t>
            </a:r>
          </a:p>
          <a:p>
            <a:pPr lvl="1"/>
            <a:r>
              <a:rPr lang="en-US" sz="2200" dirty="0"/>
              <a:t>Events occur independently.</a:t>
            </a:r>
          </a:p>
          <a:p>
            <a:pPr lvl="1"/>
            <a:r>
              <a:rPr lang="en-US" sz="2200" dirty="0"/>
              <a:t>The rate is constant over time/space.</a:t>
            </a:r>
          </a:p>
          <a:p>
            <a:pPr lvl="1"/>
            <a:r>
              <a:rPr lang="en-US" sz="2200" dirty="0"/>
              <a:t>The data follows a Poisson distribution.</a:t>
            </a:r>
          </a:p>
          <a:p>
            <a:r>
              <a:rPr lang="en-US" sz="2200" dirty="0"/>
              <a:t>Used</a:t>
            </a:r>
          </a:p>
          <a:p>
            <a:r>
              <a:rPr lang="en-US" sz="2200" dirty="0"/>
              <a:t>When to use: Comparing rates of rare events (e.g., crashes per mile) between groups.</a:t>
            </a:r>
          </a:p>
          <a:p>
            <a:endParaRPr lang="en-US" sz="2200" dirty="0"/>
          </a:p>
          <a:p>
            <a:r>
              <a:rPr lang="en-US" sz="2200" dirty="0"/>
              <a:t>2. Z-Test for Two Proportions (Z-Test for Rates)</a:t>
            </a:r>
          </a:p>
          <a:p>
            <a:r>
              <a:rPr lang="en-US" sz="2200" dirty="0"/>
              <a:t>What it tests: Whether two rates (crash counts normalized by VMT) are significantly different.</a:t>
            </a:r>
          </a:p>
          <a:p>
            <a:r>
              <a:rPr lang="en-US" sz="2200" dirty="0"/>
              <a:t>Why it works: Crash rates are derived from counts, and we have large enough sample sizes to approximate a normal distribution for the test.</a:t>
            </a:r>
          </a:p>
          <a:p>
            <a:r>
              <a:rPr lang="en-US" sz="2200" dirty="0"/>
              <a:t>Assumptions:</a:t>
            </a:r>
          </a:p>
          <a:p>
            <a:pPr lvl="1"/>
            <a:r>
              <a:rPr lang="en-US" sz="2200" dirty="0"/>
              <a:t>Large enough counts for normal approximation.</a:t>
            </a:r>
          </a:p>
          <a:p>
            <a:pPr lvl="1"/>
            <a:r>
              <a:rPr lang="en-US" sz="2200" dirty="0"/>
              <a:t>Independent observations.</a:t>
            </a:r>
          </a:p>
          <a:p>
            <a:r>
              <a:rPr lang="en-US" sz="2200" dirty="0"/>
              <a:t>Used </a:t>
            </a:r>
          </a:p>
          <a:p>
            <a:r>
              <a:rPr lang="en-US" sz="2200" dirty="0"/>
              <a:t>When to use: Comparing two normalized rates (e.g., crashes per VMT) from independent samples.</a:t>
            </a:r>
          </a:p>
          <a:p>
            <a:endParaRPr lang="en-US" sz="2200" dirty="0"/>
          </a:p>
          <a:p>
            <a:r>
              <a:rPr lang="en-US" sz="2200" dirty="0">
                <a:highlight>
                  <a:srgbClr val="FFFF00"/>
                </a:highlight>
              </a:rPr>
              <a:t>Mean does not equal variance in this case, switched to </a:t>
            </a:r>
            <a:r>
              <a:rPr lang="en-US" sz="2200" b="1" dirty="0">
                <a:highlight>
                  <a:srgbClr val="FFFF00"/>
                </a:highlight>
              </a:rPr>
              <a:t>Negative Binomial regression model </a:t>
            </a:r>
            <a:r>
              <a:rPr lang="en-US" sz="2200" dirty="0">
                <a:highlight>
                  <a:srgbClr val="FFFF00"/>
                </a:highlight>
              </a:rPr>
              <a:t>which is good when using over dispersed data, which gave the same results as Poisson Testing</a:t>
            </a:r>
          </a:p>
          <a:p>
            <a:endParaRPr lang="en-US" sz="2200" dirty="0"/>
          </a:p>
          <a:p>
            <a:endParaRPr lang="en-US" sz="1000" dirty="0"/>
          </a:p>
          <a:p>
            <a:endParaRPr lang="en-US" dirty="0"/>
          </a:p>
        </p:txBody>
      </p:sp>
      <p:sp>
        <p:nvSpPr>
          <p:cNvPr id="4" name="Footer Placeholder 3">
            <a:extLst>
              <a:ext uri="{FF2B5EF4-FFF2-40B4-BE49-F238E27FC236}">
                <a16:creationId xmlns:a16="http://schemas.microsoft.com/office/drawing/2014/main" id="{652A6080-14B5-68AA-7B6D-A5BEC6C1F03F}"/>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31CBC916-7C35-1018-F5C5-F52582972451}"/>
              </a:ext>
            </a:extLst>
          </p:cNvPr>
          <p:cNvSpPr>
            <a:spLocks noGrp="1"/>
          </p:cNvSpPr>
          <p:nvPr>
            <p:ph type="sldNum" sz="quarter" idx="4"/>
          </p:nvPr>
        </p:nvSpPr>
        <p:spPr/>
        <p:txBody>
          <a:bodyPr/>
          <a:lstStyle/>
          <a:p>
            <a:fld id="{80E8E832-D5BD-E340-9950-DA7B1292B12F}" type="slidenum">
              <a:rPr lang="en-US" smtClean="0"/>
              <a:t>15</a:t>
            </a:fld>
            <a:endParaRPr lang="en-US"/>
          </a:p>
        </p:txBody>
      </p:sp>
    </p:spTree>
    <p:extLst>
      <p:ext uri="{BB962C8B-B14F-4D97-AF65-F5344CB8AC3E}">
        <p14:creationId xmlns:p14="http://schemas.microsoft.com/office/powerpoint/2010/main" val="3554437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06BD4-8D76-DF9F-E0FB-8CCDD12B4CFF}"/>
              </a:ext>
            </a:extLst>
          </p:cNvPr>
          <p:cNvSpPr>
            <a:spLocks noGrp="1"/>
          </p:cNvSpPr>
          <p:nvPr>
            <p:ph type="title"/>
          </p:nvPr>
        </p:nvSpPr>
        <p:spPr>
          <a:xfrm>
            <a:off x="838200" y="411481"/>
            <a:ext cx="10515600" cy="528320"/>
          </a:xfrm>
        </p:spPr>
        <p:txBody>
          <a:bodyPr>
            <a:noAutofit/>
          </a:bodyPr>
          <a:lstStyle/>
          <a:p>
            <a:pPr algn="ctr"/>
            <a:r>
              <a:rPr lang="en-US" sz="2000" dirty="0"/>
              <a:t>TESTS NOT WELL-SUITED FOR OUR SCENARIO</a:t>
            </a:r>
          </a:p>
        </p:txBody>
      </p:sp>
      <p:sp>
        <p:nvSpPr>
          <p:cNvPr id="3" name="Content Placeholder 2">
            <a:extLst>
              <a:ext uri="{FF2B5EF4-FFF2-40B4-BE49-F238E27FC236}">
                <a16:creationId xmlns:a16="http://schemas.microsoft.com/office/drawing/2014/main" id="{D5806824-BC1B-5AC6-8D74-CF5CA371BB55}"/>
              </a:ext>
            </a:extLst>
          </p:cNvPr>
          <p:cNvSpPr>
            <a:spLocks noGrp="1"/>
          </p:cNvSpPr>
          <p:nvPr>
            <p:ph idx="1"/>
          </p:nvPr>
        </p:nvSpPr>
        <p:spPr>
          <a:xfrm>
            <a:off x="838200" y="939801"/>
            <a:ext cx="10515600" cy="5286057"/>
          </a:xfrm>
        </p:spPr>
        <p:txBody>
          <a:bodyPr>
            <a:normAutofit/>
          </a:bodyPr>
          <a:lstStyle/>
          <a:p>
            <a:r>
              <a:rPr lang="en-US" sz="1400" dirty="0"/>
              <a:t>3. One-Sample T-Test</a:t>
            </a:r>
          </a:p>
          <a:p>
            <a:r>
              <a:rPr lang="en-US" sz="1400" dirty="0"/>
              <a:t>What it tests: Whether the mean of a single sample differs from a known/population mean.</a:t>
            </a:r>
          </a:p>
          <a:p>
            <a:r>
              <a:rPr lang="en-US" sz="1400" dirty="0"/>
              <a:t>Why it doesn’t work: We are not comparing a single sample to a fixed population value; we're comparing two independent groups with count-based rates.</a:t>
            </a:r>
          </a:p>
          <a:p>
            <a:r>
              <a:rPr lang="en-US" sz="1400" dirty="0"/>
              <a:t>Not used </a:t>
            </a:r>
          </a:p>
          <a:p>
            <a:endParaRPr lang="en-US" sz="1400" dirty="0"/>
          </a:p>
          <a:p>
            <a:r>
              <a:rPr lang="en-US" sz="1400" dirty="0"/>
              <a:t>4. Independent Samples T-Test (Two-Sample T-Test)</a:t>
            </a:r>
          </a:p>
          <a:p>
            <a:r>
              <a:rPr lang="en-US" sz="1400" dirty="0"/>
              <a:t>What it tests: Whether the means of two continuous variables are different.</a:t>
            </a:r>
          </a:p>
          <a:p>
            <a:r>
              <a:rPr lang="en-US" sz="1400" dirty="0"/>
              <a:t>Why it doesn’t work: The data are crash counts and rates (not continuous variables like weight, time, etc.), and crash rates are not normally distributed.</a:t>
            </a:r>
          </a:p>
          <a:p>
            <a:r>
              <a:rPr lang="en-US" sz="1400" dirty="0"/>
              <a:t>T-test assumptions violated:</a:t>
            </a:r>
          </a:p>
          <a:p>
            <a:pPr lvl="1"/>
            <a:r>
              <a:rPr lang="en-US" sz="1200" dirty="0"/>
              <a:t>Normal distribution</a:t>
            </a:r>
          </a:p>
          <a:p>
            <a:pPr lvl="1"/>
            <a:r>
              <a:rPr lang="en-US" sz="1200" dirty="0"/>
              <a:t>Equal variance</a:t>
            </a:r>
          </a:p>
          <a:p>
            <a:r>
              <a:rPr lang="en-US" sz="1400" dirty="0"/>
              <a:t>Not used </a:t>
            </a:r>
          </a:p>
          <a:p>
            <a:endParaRPr lang="en-US" dirty="0"/>
          </a:p>
        </p:txBody>
      </p:sp>
      <p:sp>
        <p:nvSpPr>
          <p:cNvPr id="4" name="Footer Placeholder 3">
            <a:extLst>
              <a:ext uri="{FF2B5EF4-FFF2-40B4-BE49-F238E27FC236}">
                <a16:creationId xmlns:a16="http://schemas.microsoft.com/office/drawing/2014/main" id="{7A15320F-E6AD-F7A7-CD5A-B256CA437F4F}"/>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1C864A67-0EE1-85B8-F5D0-C69CA3909D8C}"/>
              </a:ext>
            </a:extLst>
          </p:cNvPr>
          <p:cNvSpPr>
            <a:spLocks noGrp="1"/>
          </p:cNvSpPr>
          <p:nvPr>
            <p:ph type="sldNum" sz="quarter" idx="4"/>
          </p:nvPr>
        </p:nvSpPr>
        <p:spPr/>
        <p:txBody>
          <a:bodyPr/>
          <a:lstStyle/>
          <a:p>
            <a:fld id="{80E8E832-D5BD-E340-9950-DA7B1292B12F}" type="slidenum">
              <a:rPr lang="en-US" smtClean="0"/>
              <a:t>16</a:t>
            </a:fld>
            <a:endParaRPr lang="en-US"/>
          </a:p>
        </p:txBody>
      </p:sp>
    </p:spTree>
    <p:extLst>
      <p:ext uri="{BB962C8B-B14F-4D97-AF65-F5344CB8AC3E}">
        <p14:creationId xmlns:p14="http://schemas.microsoft.com/office/powerpoint/2010/main" val="3933338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4B957A-5C9E-C910-789B-48FE770E1534}"/>
              </a:ext>
            </a:extLst>
          </p:cNvPr>
          <p:cNvSpPr>
            <a:spLocks noGrp="1"/>
          </p:cNvSpPr>
          <p:nvPr>
            <p:ph idx="1"/>
          </p:nvPr>
        </p:nvSpPr>
        <p:spPr>
          <a:xfrm>
            <a:off x="838200" y="508000"/>
            <a:ext cx="10515600" cy="5717858"/>
          </a:xfrm>
        </p:spPr>
        <p:txBody>
          <a:bodyPr>
            <a:normAutofit/>
          </a:bodyPr>
          <a:lstStyle/>
          <a:p>
            <a:r>
              <a:rPr lang="en-US" sz="1200" dirty="0"/>
              <a:t>5. Paired Samples T-Test</a:t>
            </a:r>
          </a:p>
          <a:p>
            <a:r>
              <a:rPr lang="en-US" sz="1200" dirty="0"/>
              <a:t>What it tests: Whether the mean difference between paired observations is significantly different from zero.</a:t>
            </a:r>
          </a:p>
          <a:p>
            <a:r>
              <a:rPr lang="en-US" sz="1200" dirty="0"/>
              <a:t>Why it doesn’t work: we don’t have natural pairs of crash observations (e.g., before/after or same unit tracked over time); we have aggregated counts by zone.</a:t>
            </a:r>
          </a:p>
          <a:p>
            <a:r>
              <a:rPr lang="en-US" sz="1200" dirty="0"/>
              <a:t>Not used </a:t>
            </a:r>
          </a:p>
          <a:p>
            <a:endParaRPr lang="en-US" sz="1200" dirty="0"/>
          </a:p>
          <a:p>
            <a:r>
              <a:rPr lang="en-US" sz="1200" dirty="0"/>
              <a:t>6. ANOVA (Analysis of Variance)</a:t>
            </a:r>
          </a:p>
          <a:p>
            <a:r>
              <a:rPr lang="en-US" sz="1200" dirty="0"/>
              <a:t>What it tests: Whether more than two groups have different means.</a:t>
            </a:r>
          </a:p>
          <a:p>
            <a:r>
              <a:rPr lang="en-US" sz="1200" dirty="0"/>
              <a:t>Why it doesn’t work: crash rate comparisons are always between two groups (truck zone vs control zone). Also, ANOVA assumes normality and continuous dependent variables, which crash rates don’t satisfy well.</a:t>
            </a:r>
          </a:p>
          <a:p>
            <a:r>
              <a:rPr lang="en-US" sz="1200" dirty="0"/>
              <a:t>Not used </a:t>
            </a:r>
          </a:p>
          <a:p>
            <a:endParaRPr lang="en-US" sz="1200" dirty="0"/>
          </a:p>
          <a:p>
            <a:r>
              <a:rPr lang="en-US" sz="1200" dirty="0"/>
              <a:t>7. Mann-Whitney U Test (Wilcoxon Rank Sum)</a:t>
            </a:r>
          </a:p>
          <a:p>
            <a:r>
              <a:rPr lang="en-US" sz="1200" dirty="0"/>
              <a:t>What it tests: Whether one group tends to have higher values than another, based on ranks.</a:t>
            </a:r>
          </a:p>
          <a:p>
            <a:r>
              <a:rPr lang="en-US" sz="1200" dirty="0"/>
              <a:t>Why it doesn’t work: This is for continuous or ordinal data; your data are counts. Also not ideal for comparing normalized rates.</a:t>
            </a:r>
          </a:p>
          <a:p>
            <a:r>
              <a:rPr lang="en-US" sz="1200" dirty="0"/>
              <a:t>Not used </a:t>
            </a:r>
          </a:p>
          <a:p>
            <a:endParaRPr lang="en-US" dirty="0"/>
          </a:p>
        </p:txBody>
      </p:sp>
      <p:sp>
        <p:nvSpPr>
          <p:cNvPr id="4" name="Footer Placeholder 3">
            <a:extLst>
              <a:ext uri="{FF2B5EF4-FFF2-40B4-BE49-F238E27FC236}">
                <a16:creationId xmlns:a16="http://schemas.microsoft.com/office/drawing/2014/main" id="{F58625EC-0B24-1622-04C4-4641431CC71D}"/>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3A9BCC53-1142-D18B-FE68-EFD3E7B0366D}"/>
              </a:ext>
            </a:extLst>
          </p:cNvPr>
          <p:cNvSpPr>
            <a:spLocks noGrp="1"/>
          </p:cNvSpPr>
          <p:nvPr>
            <p:ph type="sldNum" sz="quarter" idx="4"/>
          </p:nvPr>
        </p:nvSpPr>
        <p:spPr/>
        <p:txBody>
          <a:bodyPr/>
          <a:lstStyle/>
          <a:p>
            <a:fld id="{80E8E832-D5BD-E340-9950-DA7B1292B12F}" type="slidenum">
              <a:rPr lang="en-US" smtClean="0"/>
              <a:t>17</a:t>
            </a:fld>
            <a:endParaRPr lang="en-US"/>
          </a:p>
        </p:txBody>
      </p:sp>
    </p:spTree>
    <p:extLst>
      <p:ext uri="{BB962C8B-B14F-4D97-AF65-F5344CB8AC3E}">
        <p14:creationId xmlns:p14="http://schemas.microsoft.com/office/powerpoint/2010/main" val="870259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63112-3F81-8B11-EDD4-F44A88125E99}"/>
              </a:ext>
            </a:extLst>
          </p:cNvPr>
          <p:cNvSpPr>
            <a:spLocks noGrp="1"/>
          </p:cNvSpPr>
          <p:nvPr>
            <p:ph type="title"/>
          </p:nvPr>
        </p:nvSpPr>
        <p:spPr/>
        <p:txBody>
          <a:bodyPr/>
          <a:lstStyle/>
          <a:p>
            <a:r>
              <a:rPr lang="en-US" dirty="0"/>
              <a:t>In zone vs out zone  Z test + Poisson</a:t>
            </a:r>
          </a:p>
        </p:txBody>
      </p:sp>
      <p:sp>
        <p:nvSpPr>
          <p:cNvPr id="4" name="Footer Placeholder 3">
            <a:extLst>
              <a:ext uri="{FF2B5EF4-FFF2-40B4-BE49-F238E27FC236}">
                <a16:creationId xmlns:a16="http://schemas.microsoft.com/office/drawing/2014/main" id="{83D6CF0A-F28D-E596-9DC7-6AED8389AC3F}"/>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947B5635-CB08-1911-FCFE-3D32EF2950BB}"/>
              </a:ext>
            </a:extLst>
          </p:cNvPr>
          <p:cNvSpPr>
            <a:spLocks noGrp="1"/>
          </p:cNvSpPr>
          <p:nvPr>
            <p:ph type="sldNum" sz="quarter" idx="4"/>
          </p:nvPr>
        </p:nvSpPr>
        <p:spPr/>
        <p:txBody>
          <a:bodyPr/>
          <a:lstStyle/>
          <a:p>
            <a:fld id="{80E8E832-D5BD-E340-9950-DA7B1292B12F}" type="slidenum">
              <a:rPr lang="en-US" smtClean="0"/>
              <a:t>18</a:t>
            </a:fld>
            <a:endParaRPr lang="en-US"/>
          </a:p>
        </p:txBody>
      </p:sp>
      <p:graphicFrame>
        <p:nvGraphicFramePr>
          <p:cNvPr id="8" name="Content Placeholder 7">
            <a:extLst>
              <a:ext uri="{FF2B5EF4-FFF2-40B4-BE49-F238E27FC236}">
                <a16:creationId xmlns:a16="http://schemas.microsoft.com/office/drawing/2014/main" id="{65EB7540-9C61-D0B6-6F3E-4629ED8DDE9C}"/>
              </a:ext>
            </a:extLst>
          </p:cNvPr>
          <p:cNvGraphicFramePr>
            <a:graphicFrameLocks noGrp="1"/>
          </p:cNvGraphicFramePr>
          <p:nvPr>
            <p:ph idx="1"/>
            <p:extLst>
              <p:ext uri="{D42A27DB-BD31-4B8C-83A1-F6EECF244321}">
                <p14:modId xmlns:p14="http://schemas.microsoft.com/office/powerpoint/2010/main" val="3678665431"/>
              </p:ext>
            </p:extLst>
          </p:nvPr>
        </p:nvGraphicFramePr>
        <p:xfrm>
          <a:off x="0" y="1947386"/>
          <a:ext cx="12185916" cy="3383280"/>
        </p:xfrm>
        <a:graphic>
          <a:graphicData uri="http://schemas.openxmlformats.org/drawingml/2006/table">
            <a:tbl>
              <a:tblPr/>
              <a:tblGrid>
                <a:gridCol w="1015493">
                  <a:extLst>
                    <a:ext uri="{9D8B030D-6E8A-4147-A177-3AD203B41FA5}">
                      <a16:colId xmlns:a16="http://schemas.microsoft.com/office/drawing/2014/main" val="3711982861"/>
                    </a:ext>
                  </a:extLst>
                </a:gridCol>
                <a:gridCol w="1015493">
                  <a:extLst>
                    <a:ext uri="{9D8B030D-6E8A-4147-A177-3AD203B41FA5}">
                      <a16:colId xmlns:a16="http://schemas.microsoft.com/office/drawing/2014/main" val="4259289553"/>
                    </a:ext>
                  </a:extLst>
                </a:gridCol>
                <a:gridCol w="1015493">
                  <a:extLst>
                    <a:ext uri="{9D8B030D-6E8A-4147-A177-3AD203B41FA5}">
                      <a16:colId xmlns:a16="http://schemas.microsoft.com/office/drawing/2014/main" val="4151413268"/>
                    </a:ext>
                  </a:extLst>
                </a:gridCol>
                <a:gridCol w="1015493">
                  <a:extLst>
                    <a:ext uri="{9D8B030D-6E8A-4147-A177-3AD203B41FA5}">
                      <a16:colId xmlns:a16="http://schemas.microsoft.com/office/drawing/2014/main" val="185134765"/>
                    </a:ext>
                  </a:extLst>
                </a:gridCol>
                <a:gridCol w="1015493">
                  <a:extLst>
                    <a:ext uri="{9D8B030D-6E8A-4147-A177-3AD203B41FA5}">
                      <a16:colId xmlns:a16="http://schemas.microsoft.com/office/drawing/2014/main" val="3524940292"/>
                    </a:ext>
                  </a:extLst>
                </a:gridCol>
                <a:gridCol w="1015493">
                  <a:extLst>
                    <a:ext uri="{9D8B030D-6E8A-4147-A177-3AD203B41FA5}">
                      <a16:colId xmlns:a16="http://schemas.microsoft.com/office/drawing/2014/main" val="1084965808"/>
                    </a:ext>
                  </a:extLst>
                </a:gridCol>
                <a:gridCol w="1015493">
                  <a:extLst>
                    <a:ext uri="{9D8B030D-6E8A-4147-A177-3AD203B41FA5}">
                      <a16:colId xmlns:a16="http://schemas.microsoft.com/office/drawing/2014/main" val="2795335284"/>
                    </a:ext>
                  </a:extLst>
                </a:gridCol>
                <a:gridCol w="1015493">
                  <a:extLst>
                    <a:ext uri="{9D8B030D-6E8A-4147-A177-3AD203B41FA5}">
                      <a16:colId xmlns:a16="http://schemas.microsoft.com/office/drawing/2014/main" val="4190821829"/>
                    </a:ext>
                  </a:extLst>
                </a:gridCol>
                <a:gridCol w="1015493">
                  <a:extLst>
                    <a:ext uri="{9D8B030D-6E8A-4147-A177-3AD203B41FA5}">
                      <a16:colId xmlns:a16="http://schemas.microsoft.com/office/drawing/2014/main" val="3014533508"/>
                    </a:ext>
                  </a:extLst>
                </a:gridCol>
                <a:gridCol w="1015493">
                  <a:extLst>
                    <a:ext uri="{9D8B030D-6E8A-4147-A177-3AD203B41FA5}">
                      <a16:colId xmlns:a16="http://schemas.microsoft.com/office/drawing/2014/main" val="2645087392"/>
                    </a:ext>
                  </a:extLst>
                </a:gridCol>
                <a:gridCol w="1015493">
                  <a:extLst>
                    <a:ext uri="{9D8B030D-6E8A-4147-A177-3AD203B41FA5}">
                      <a16:colId xmlns:a16="http://schemas.microsoft.com/office/drawing/2014/main" val="187205376"/>
                    </a:ext>
                  </a:extLst>
                </a:gridCol>
                <a:gridCol w="1015493">
                  <a:extLst>
                    <a:ext uri="{9D8B030D-6E8A-4147-A177-3AD203B41FA5}">
                      <a16:colId xmlns:a16="http://schemas.microsoft.com/office/drawing/2014/main" val="3185448103"/>
                    </a:ext>
                  </a:extLst>
                </a:gridCol>
              </a:tblGrid>
              <a:tr h="0">
                <a:tc>
                  <a:txBody>
                    <a:bodyPr/>
                    <a:lstStyle/>
                    <a:p>
                      <a:pPr>
                        <a:buNone/>
                      </a:pPr>
                      <a:r>
                        <a:rPr lang="en-US"/>
                        <a:t>OBJECTID</a:t>
                      </a:r>
                    </a:p>
                  </a:txBody>
                  <a:tcPr anchor="ctr">
                    <a:lnL>
                      <a:noFill/>
                    </a:lnL>
                    <a:lnR>
                      <a:noFill/>
                    </a:lnR>
                    <a:lnT>
                      <a:noFill/>
                    </a:lnT>
                    <a:lnB>
                      <a:noFill/>
                    </a:lnB>
                    <a:noFill/>
                  </a:tcPr>
                </a:tc>
                <a:tc>
                  <a:txBody>
                    <a:bodyPr/>
                    <a:lstStyle/>
                    <a:p>
                      <a:pPr>
                        <a:buNone/>
                      </a:pPr>
                      <a:r>
                        <a:rPr lang="en-US"/>
                        <a:t>Control</a:t>
                      </a:r>
                    </a:p>
                  </a:txBody>
                  <a:tcPr anchor="ctr">
                    <a:lnL>
                      <a:noFill/>
                    </a:lnL>
                    <a:lnR>
                      <a:noFill/>
                    </a:lnR>
                    <a:lnT>
                      <a:noFill/>
                    </a:lnT>
                    <a:lnB>
                      <a:noFill/>
                    </a:lnB>
                    <a:noFill/>
                  </a:tcPr>
                </a:tc>
                <a:tc>
                  <a:txBody>
                    <a:bodyPr/>
                    <a:lstStyle/>
                    <a:p>
                      <a:pPr>
                        <a:buNone/>
                      </a:pPr>
                      <a:r>
                        <a:rPr lang="en-US"/>
                        <a:t>Truck Crashes</a:t>
                      </a:r>
                    </a:p>
                  </a:txBody>
                  <a:tcPr anchor="ctr">
                    <a:lnL>
                      <a:noFill/>
                    </a:lnL>
                    <a:lnR>
                      <a:noFill/>
                    </a:lnR>
                    <a:lnT>
                      <a:noFill/>
                    </a:lnT>
                    <a:lnB>
                      <a:noFill/>
                    </a:lnB>
                    <a:noFill/>
                  </a:tcPr>
                </a:tc>
                <a:tc>
                  <a:txBody>
                    <a:bodyPr/>
                    <a:lstStyle/>
                    <a:p>
                      <a:pPr>
                        <a:buNone/>
                      </a:pPr>
                      <a:r>
                        <a:rPr lang="en-US"/>
                        <a:t>Truck VMT</a:t>
                      </a:r>
                    </a:p>
                  </a:txBody>
                  <a:tcPr anchor="ctr">
                    <a:lnL>
                      <a:noFill/>
                    </a:lnL>
                    <a:lnR>
                      <a:noFill/>
                    </a:lnR>
                    <a:lnT>
                      <a:noFill/>
                    </a:lnT>
                    <a:lnB>
                      <a:noFill/>
                    </a:lnB>
                    <a:noFill/>
                  </a:tcPr>
                </a:tc>
                <a:tc>
                  <a:txBody>
                    <a:bodyPr/>
                    <a:lstStyle/>
                    <a:p>
                      <a:pPr>
                        <a:buNone/>
                      </a:pPr>
                      <a:r>
                        <a:rPr lang="en-US"/>
                        <a:t>Truck Rate</a:t>
                      </a:r>
                    </a:p>
                  </a:txBody>
                  <a:tcPr anchor="ctr">
                    <a:lnL>
                      <a:noFill/>
                    </a:lnL>
                    <a:lnR>
                      <a:noFill/>
                    </a:lnR>
                    <a:lnT>
                      <a:noFill/>
                    </a:lnT>
                    <a:lnB>
                      <a:noFill/>
                    </a:lnB>
                    <a:noFill/>
                  </a:tcPr>
                </a:tc>
                <a:tc>
                  <a:txBody>
                    <a:bodyPr/>
                    <a:lstStyle/>
                    <a:p>
                      <a:pPr>
                        <a:buNone/>
                      </a:pPr>
                      <a:r>
                        <a:rPr lang="en-US"/>
                        <a:t>Control Crashes</a:t>
                      </a:r>
                    </a:p>
                  </a:txBody>
                  <a:tcPr anchor="ctr">
                    <a:lnL>
                      <a:noFill/>
                    </a:lnL>
                    <a:lnR>
                      <a:noFill/>
                    </a:lnR>
                    <a:lnT>
                      <a:noFill/>
                    </a:lnT>
                    <a:lnB>
                      <a:noFill/>
                    </a:lnB>
                    <a:noFill/>
                  </a:tcPr>
                </a:tc>
                <a:tc>
                  <a:txBody>
                    <a:bodyPr/>
                    <a:lstStyle/>
                    <a:p>
                      <a:pPr>
                        <a:buNone/>
                      </a:pPr>
                      <a:r>
                        <a:rPr lang="en-US"/>
                        <a:t>Control VMT</a:t>
                      </a:r>
                    </a:p>
                  </a:txBody>
                  <a:tcPr anchor="ctr">
                    <a:lnL>
                      <a:noFill/>
                    </a:lnL>
                    <a:lnR>
                      <a:noFill/>
                    </a:lnR>
                    <a:lnT>
                      <a:noFill/>
                    </a:lnT>
                    <a:lnB>
                      <a:noFill/>
                    </a:lnB>
                    <a:noFill/>
                  </a:tcPr>
                </a:tc>
                <a:tc>
                  <a:txBody>
                    <a:bodyPr/>
                    <a:lstStyle/>
                    <a:p>
                      <a:pPr>
                        <a:buNone/>
                      </a:pPr>
                      <a:r>
                        <a:rPr lang="en-US"/>
                        <a:t>Control Rate</a:t>
                      </a:r>
                    </a:p>
                  </a:txBody>
                  <a:tcPr anchor="ctr">
                    <a:lnL>
                      <a:noFill/>
                    </a:lnL>
                    <a:lnR>
                      <a:noFill/>
                    </a:lnR>
                    <a:lnT>
                      <a:noFill/>
                    </a:lnT>
                    <a:lnB>
                      <a:noFill/>
                    </a:lnB>
                    <a:noFill/>
                  </a:tcPr>
                </a:tc>
                <a:tc>
                  <a:txBody>
                    <a:bodyPr/>
                    <a:lstStyle/>
                    <a:p>
                      <a:pPr>
                        <a:buNone/>
                      </a:pPr>
                      <a:r>
                        <a:rPr lang="en-US"/>
                        <a:t>Poisson P-val</a:t>
                      </a:r>
                    </a:p>
                  </a:txBody>
                  <a:tcPr anchor="ctr">
                    <a:lnL>
                      <a:noFill/>
                    </a:lnL>
                    <a:lnR>
                      <a:noFill/>
                    </a:lnR>
                    <a:lnT>
                      <a:noFill/>
                    </a:lnT>
                    <a:lnB>
                      <a:noFill/>
                    </a:lnB>
                    <a:noFill/>
                  </a:tcPr>
                </a:tc>
                <a:tc>
                  <a:txBody>
                    <a:bodyPr/>
                    <a:lstStyle/>
                    <a:p>
                      <a:pPr>
                        <a:buNone/>
                      </a:pPr>
                      <a:r>
                        <a:rPr lang="en-US"/>
                        <a:t>Z-test Z</a:t>
                      </a:r>
                    </a:p>
                  </a:txBody>
                  <a:tcPr anchor="ctr">
                    <a:lnL>
                      <a:noFill/>
                    </a:lnL>
                    <a:lnR>
                      <a:noFill/>
                    </a:lnR>
                    <a:lnT>
                      <a:noFill/>
                    </a:lnT>
                    <a:lnB>
                      <a:noFill/>
                    </a:lnB>
                    <a:noFill/>
                  </a:tcPr>
                </a:tc>
                <a:tc>
                  <a:txBody>
                    <a:bodyPr/>
                    <a:lstStyle/>
                    <a:p>
                      <a:pPr>
                        <a:buNone/>
                      </a:pPr>
                      <a:r>
                        <a:rPr lang="en-US"/>
                        <a:t>Z-test P-val</a:t>
                      </a:r>
                    </a:p>
                  </a:txBody>
                  <a:tcPr anchor="ctr">
                    <a:lnL>
                      <a:noFill/>
                    </a:lnL>
                    <a:lnR>
                      <a:noFill/>
                    </a:lnR>
                    <a:lnT>
                      <a:noFill/>
                    </a:lnT>
                    <a:lnB>
                      <a:noFill/>
                    </a:lnB>
                    <a:noFill/>
                  </a:tcPr>
                </a:tc>
                <a:tc>
                  <a:txBody>
                    <a:bodyPr/>
                    <a:lstStyle/>
                    <a:p>
                      <a:pPr>
                        <a:buNone/>
                      </a:pPr>
                      <a:r>
                        <a:rPr lang="en-US"/>
                        <a:t>Result</a:t>
                      </a:r>
                    </a:p>
                  </a:txBody>
                  <a:tcPr anchor="ctr">
                    <a:lnL>
                      <a:noFill/>
                    </a:lnL>
                    <a:lnR>
                      <a:noFill/>
                    </a:lnR>
                    <a:lnT>
                      <a:noFill/>
                    </a:lnT>
                    <a:lnB>
                      <a:noFill/>
                    </a:lnB>
                    <a:noFill/>
                  </a:tcPr>
                </a:tc>
                <a:extLst>
                  <a:ext uri="{0D108BD9-81ED-4DB2-BD59-A6C34878D82A}">
                    <a16:rowId xmlns:a16="http://schemas.microsoft.com/office/drawing/2014/main" val="2581204201"/>
                  </a:ext>
                </a:extLst>
              </a:tr>
              <a:tr h="0">
                <a:tc>
                  <a:txBody>
                    <a:bodyPr/>
                    <a:lstStyle/>
                    <a:p>
                      <a:pPr>
                        <a:buNone/>
                      </a:pPr>
                      <a:r>
                        <a:rPr lang="en-US"/>
                        <a:t>61</a:t>
                      </a:r>
                    </a:p>
                  </a:txBody>
                  <a:tcPr anchor="ctr">
                    <a:lnL>
                      <a:noFill/>
                    </a:lnL>
                    <a:lnR>
                      <a:noFill/>
                    </a:lnR>
                    <a:lnT>
                      <a:noFill/>
                    </a:lnT>
                    <a:lnB>
                      <a:noFill/>
                    </a:lnB>
                    <a:noFill/>
                  </a:tcPr>
                </a:tc>
                <a:tc>
                  <a:txBody>
                    <a:bodyPr/>
                    <a:lstStyle/>
                    <a:p>
                      <a:pPr>
                        <a:buNone/>
                      </a:pPr>
                      <a:r>
                        <a:rPr lang="en-US"/>
                        <a:t>CTRL002</a:t>
                      </a:r>
                    </a:p>
                  </a:txBody>
                  <a:tcPr anchor="ctr">
                    <a:lnL>
                      <a:noFill/>
                    </a:lnL>
                    <a:lnR>
                      <a:noFill/>
                    </a:lnR>
                    <a:lnT>
                      <a:noFill/>
                    </a:lnT>
                    <a:lnB>
                      <a:noFill/>
                    </a:lnB>
                    <a:noFill/>
                  </a:tcPr>
                </a:tc>
                <a:tc>
                  <a:txBody>
                    <a:bodyPr/>
                    <a:lstStyle/>
                    <a:p>
                      <a:pPr>
                        <a:buNone/>
                      </a:pPr>
                      <a:r>
                        <a:rPr lang="en-US"/>
                        <a:t>2072</a:t>
                      </a:r>
                    </a:p>
                  </a:txBody>
                  <a:tcPr anchor="ctr">
                    <a:lnL>
                      <a:noFill/>
                    </a:lnL>
                    <a:lnR>
                      <a:noFill/>
                    </a:lnR>
                    <a:lnT>
                      <a:noFill/>
                    </a:lnT>
                    <a:lnB>
                      <a:noFill/>
                    </a:lnB>
                    <a:noFill/>
                  </a:tcPr>
                </a:tc>
                <a:tc>
                  <a:txBody>
                    <a:bodyPr/>
                    <a:lstStyle/>
                    <a:p>
                      <a:pPr>
                        <a:buNone/>
                      </a:pPr>
                      <a:r>
                        <a:rPr lang="en-US"/>
                        <a:t>666.25</a:t>
                      </a:r>
                    </a:p>
                  </a:txBody>
                  <a:tcPr anchor="ctr">
                    <a:lnL>
                      <a:noFill/>
                    </a:lnL>
                    <a:lnR>
                      <a:noFill/>
                    </a:lnR>
                    <a:lnT>
                      <a:noFill/>
                    </a:lnT>
                    <a:lnB>
                      <a:noFill/>
                    </a:lnB>
                    <a:noFill/>
                  </a:tcPr>
                </a:tc>
                <a:tc>
                  <a:txBody>
                    <a:bodyPr/>
                    <a:lstStyle/>
                    <a:p>
                      <a:pPr>
                        <a:buNone/>
                      </a:pPr>
                      <a:r>
                        <a:rPr lang="en-US"/>
                        <a:t>3.11</a:t>
                      </a:r>
                    </a:p>
                  </a:txBody>
                  <a:tcPr anchor="ctr">
                    <a:lnL>
                      <a:noFill/>
                    </a:lnL>
                    <a:lnR>
                      <a:noFill/>
                    </a:lnR>
                    <a:lnT>
                      <a:noFill/>
                    </a:lnT>
                    <a:lnB>
                      <a:noFill/>
                    </a:lnB>
                    <a:noFill/>
                  </a:tcPr>
                </a:tc>
                <a:tc>
                  <a:txBody>
                    <a:bodyPr/>
                    <a:lstStyle/>
                    <a:p>
                      <a:pPr>
                        <a:buNone/>
                      </a:pPr>
                      <a:r>
                        <a:rPr lang="en-US"/>
                        <a:t>2642</a:t>
                      </a:r>
                    </a:p>
                  </a:txBody>
                  <a:tcPr anchor="ctr">
                    <a:lnL>
                      <a:noFill/>
                    </a:lnL>
                    <a:lnR>
                      <a:noFill/>
                    </a:lnR>
                    <a:lnT>
                      <a:noFill/>
                    </a:lnT>
                    <a:lnB>
                      <a:noFill/>
                    </a:lnB>
                    <a:noFill/>
                  </a:tcPr>
                </a:tc>
                <a:tc>
                  <a:txBody>
                    <a:bodyPr/>
                    <a:lstStyle/>
                    <a:p>
                      <a:pPr>
                        <a:buNone/>
                      </a:pPr>
                      <a:r>
                        <a:rPr lang="en-US"/>
                        <a:t>1386.16</a:t>
                      </a:r>
                    </a:p>
                  </a:txBody>
                  <a:tcPr anchor="ctr">
                    <a:lnL>
                      <a:noFill/>
                    </a:lnL>
                    <a:lnR>
                      <a:noFill/>
                    </a:lnR>
                    <a:lnT>
                      <a:noFill/>
                    </a:lnT>
                    <a:lnB>
                      <a:noFill/>
                    </a:lnB>
                    <a:noFill/>
                  </a:tcPr>
                </a:tc>
                <a:tc>
                  <a:txBody>
                    <a:bodyPr/>
                    <a:lstStyle/>
                    <a:p>
                      <a:pPr>
                        <a:buNone/>
                      </a:pPr>
                      <a:r>
                        <a:rPr lang="en-US"/>
                        <a:t>1.91</a:t>
                      </a:r>
                    </a:p>
                  </a:txBody>
                  <a:tcPr anchor="ctr">
                    <a:lnL>
                      <a:noFill/>
                    </a:lnL>
                    <a:lnR>
                      <a:noFill/>
                    </a:lnR>
                    <a:lnT>
                      <a:noFill/>
                    </a:lnT>
                    <a:lnB>
                      <a:noFill/>
                    </a:lnB>
                    <a:noFill/>
                  </a:tcPr>
                </a:tc>
                <a:tc>
                  <a:txBody>
                    <a:bodyPr/>
                    <a:lstStyle/>
                    <a:p>
                      <a:pPr>
                        <a:buNone/>
                      </a:pPr>
                      <a:r>
                        <a:rPr lang="en-US"/>
                        <a:t>0.000000</a:t>
                      </a:r>
                    </a:p>
                  </a:txBody>
                  <a:tcPr anchor="ctr">
                    <a:lnL>
                      <a:noFill/>
                    </a:lnL>
                    <a:lnR>
                      <a:noFill/>
                    </a:lnR>
                    <a:lnT>
                      <a:noFill/>
                    </a:lnT>
                    <a:lnB>
                      <a:noFill/>
                    </a:lnB>
                    <a:noFill/>
                  </a:tcPr>
                </a:tc>
                <a:tc>
                  <a:txBody>
                    <a:bodyPr/>
                    <a:lstStyle/>
                    <a:p>
                      <a:pPr>
                        <a:buNone/>
                      </a:pPr>
                      <a:r>
                        <a:rPr lang="en-US"/>
                        <a:t>18.74</a:t>
                      </a:r>
                    </a:p>
                  </a:txBody>
                  <a:tcPr anchor="ctr">
                    <a:lnL>
                      <a:noFill/>
                    </a:lnL>
                    <a:lnR>
                      <a:noFill/>
                    </a:lnR>
                    <a:lnT>
                      <a:noFill/>
                    </a:lnT>
                    <a:lnB>
                      <a:noFill/>
                    </a:lnB>
                    <a:noFill/>
                  </a:tcPr>
                </a:tc>
                <a:tc>
                  <a:txBody>
                    <a:bodyPr/>
                    <a:lstStyle/>
                    <a:p>
                      <a:pPr>
                        <a:buNone/>
                      </a:pPr>
                      <a:r>
                        <a:rPr lang="en-US"/>
                        <a:t>0.000000</a:t>
                      </a:r>
                    </a:p>
                  </a:txBody>
                  <a:tcPr anchor="ctr">
                    <a:lnL>
                      <a:noFill/>
                    </a:lnL>
                    <a:lnR>
                      <a:noFill/>
                    </a:lnR>
                    <a:lnT>
                      <a:noFill/>
                    </a:lnT>
                    <a:lnB>
                      <a:noFill/>
                    </a:lnB>
                    <a:noFill/>
                  </a:tcPr>
                </a:tc>
                <a:tc>
                  <a:txBody>
                    <a:bodyPr/>
                    <a:lstStyle/>
                    <a:p>
                      <a:pPr>
                        <a:buNone/>
                      </a:pPr>
                      <a:r>
                        <a:rPr lang="en-US"/>
                        <a:t>Both significant</a:t>
                      </a:r>
                    </a:p>
                  </a:txBody>
                  <a:tcPr anchor="ctr">
                    <a:lnL>
                      <a:noFill/>
                    </a:lnL>
                    <a:lnR>
                      <a:noFill/>
                    </a:lnR>
                    <a:lnT>
                      <a:noFill/>
                    </a:lnT>
                    <a:lnB>
                      <a:noFill/>
                    </a:lnB>
                    <a:noFill/>
                  </a:tcPr>
                </a:tc>
                <a:extLst>
                  <a:ext uri="{0D108BD9-81ED-4DB2-BD59-A6C34878D82A}">
                    <a16:rowId xmlns:a16="http://schemas.microsoft.com/office/drawing/2014/main" val="317756302"/>
                  </a:ext>
                </a:extLst>
              </a:tr>
              <a:tr h="0">
                <a:tc>
                  <a:txBody>
                    <a:bodyPr/>
                    <a:lstStyle/>
                    <a:p>
                      <a:pPr>
                        <a:buNone/>
                      </a:pPr>
                      <a:r>
                        <a:rPr lang="en-US"/>
                        <a:t>9</a:t>
                      </a:r>
                    </a:p>
                  </a:txBody>
                  <a:tcPr anchor="ctr">
                    <a:lnL>
                      <a:noFill/>
                    </a:lnL>
                    <a:lnR>
                      <a:noFill/>
                    </a:lnR>
                    <a:lnT>
                      <a:noFill/>
                    </a:lnT>
                    <a:lnB>
                      <a:noFill/>
                    </a:lnB>
                    <a:noFill/>
                  </a:tcPr>
                </a:tc>
                <a:tc>
                  <a:txBody>
                    <a:bodyPr/>
                    <a:lstStyle/>
                    <a:p>
                      <a:pPr>
                        <a:buNone/>
                      </a:pPr>
                      <a:r>
                        <a:rPr lang="en-US"/>
                        <a:t>CTRL001</a:t>
                      </a:r>
                    </a:p>
                  </a:txBody>
                  <a:tcPr anchor="ctr">
                    <a:lnL>
                      <a:noFill/>
                    </a:lnL>
                    <a:lnR>
                      <a:noFill/>
                    </a:lnR>
                    <a:lnT>
                      <a:noFill/>
                    </a:lnT>
                    <a:lnB>
                      <a:noFill/>
                    </a:lnB>
                    <a:noFill/>
                  </a:tcPr>
                </a:tc>
                <a:tc>
                  <a:txBody>
                    <a:bodyPr/>
                    <a:lstStyle/>
                    <a:p>
                      <a:pPr>
                        <a:buNone/>
                      </a:pPr>
                      <a:r>
                        <a:rPr lang="en-US"/>
                        <a:t>612</a:t>
                      </a:r>
                    </a:p>
                  </a:txBody>
                  <a:tcPr anchor="ctr">
                    <a:lnL>
                      <a:noFill/>
                    </a:lnL>
                    <a:lnR>
                      <a:noFill/>
                    </a:lnR>
                    <a:lnT>
                      <a:noFill/>
                    </a:lnT>
                    <a:lnB>
                      <a:noFill/>
                    </a:lnB>
                    <a:noFill/>
                  </a:tcPr>
                </a:tc>
                <a:tc>
                  <a:txBody>
                    <a:bodyPr/>
                    <a:lstStyle/>
                    <a:p>
                      <a:pPr>
                        <a:buNone/>
                      </a:pPr>
                      <a:r>
                        <a:rPr lang="en-US"/>
                        <a:t>295.42</a:t>
                      </a:r>
                    </a:p>
                  </a:txBody>
                  <a:tcPr anchor="ctr">
                    <a:lnL>
                      <a:noFill/>
                    </a:lnL>
                    <a:lnR>
                      <a:noFill/>
                    </a:lnR>
                    <a:lnT>
                      <a:noFill/>
                    </a:lnT>
                    <a:lnB>
                      <a:noFill/>
                    </a:lnB>
                    <a:noFill/>
                  </a:tcPr>
                </a:tc>
                <a:tc>
                  <a:txBody>
                    <a:bodyPr/>
                    <a:lstStyle/>
                    <a:p>
                      <a:pPr>
                        <a:buNone/>
                      </a:pPr>
                      <a:r>
                        <a:rPr lang="en-US"/>
                        <a:t>2.07</a:t>
                      </a:r>
                    </a:p>
                  </a:txBody>
                  <a:tcPr anchor="ctr">
                    <a:lnL>
                      <a:noFill/>
                    </a:lnL>
                    <a:lnR>
                      <a:noFill/>
                    </a:lnR>
                    <a:lnT>
                      <a:noFill/>
                    </a:lnT>
                    <a:lnB>
                      <a:noFill/>
                    </a:lnB>
                    <a:noFill/>
                  </a:tcPr>
                </a:tc>
                <a:tc>
                  <a:txBody>
                    <a:bodyPr/>
                    <a:lstStyle/>
                    <a:p>
                      <a:pPr>
                        <a:buNone/>
                      </a:pPr>
                      <a:r>
                        <a:rPr lang="en-US"/>
                        <a:t>596</a:t>
                      </a:r>
                    </a:p>
                  </a:txBody>
                  <a:tcPr anchor="ctr">
                    <a:lnL>
                      <a:noFill/>
                    </a:lnL>
                    <a:lnR>
                      <a:noFill/>
                    </a:lnR>
                    <a:lnT>
                      <a:noFill/>
                    </a:lnT>
                    <a:lnB>
                      <a:noFill/>
                    </a:lnB>
                    <a:noFill/>
                  </a:tcPr>
                </a:tc>
                <a:tc>
                  <a:txBody>
                    <a:bodyPr/>
                    <a:lstStyle/>
                    <a:p>
                      <a:pPr>
                        <a:buNone/>
                      </a:pPr>
                      <a:r>
                        <a:rPr lang="en-US"/>
                        <a:t>61.89</a:t>
                      </a:r>
                    </a:p>
                  </a:txBody>
                  <a:tcPr anchor="ctr">
                    <a:lnL>
                      <a:noFill/>
                    </a:lnL>
                    <a:lnR>
                      <a:noFill/>
                    </a:lnR>
                    <a:lnT>
                      <a:noFill/>
                    </a:lnT>
                    <a:lnB>
                      <a:noFill/>
                    </a:lnB>
                    <a:noFill/>
                  </a:tcPr>
                </a:tc>
                <a:tc>
                  <a:txBody>
                    <a:bodyPr/>
                    <a:lstStyle/>
                    <a:p>
                      <a:pPr>
                        <a:buNone/>
                      </a:pPr>
                      <a:r>
                        <a:rPr lang="en-US"/>
                        <a:t>9.63</a:t>
                      </a:r>
                    </a:p>
                  </a:txBody>
                  <a:tcPr anchor="ctr">
                    <a:lnL>
                      <a:noFill/>
                    </a:lnL>
                    <a:lnR>
                      <a:noFill/>
                    </a:lnR>
                    <a:lnT>
                      <a:noFill/>
                    </a:lnT>
                    <a:lnB>
                      <a:noFill/>
                    </a:lnB>
                    <a:noFill/>
                  </a:tcPr>
                </a:tc>
                <a:tc>
                  <a:txBody>
                    <a:bodyPr/>
                    <a:lstStyle/>
                    <a:p>
                      <a:pPr>
                        <a:buNone/>
                      </a:pPr>
                      <a:r>
                        <a:rPr lang="en-US"/>
                        <a:t>1.000000</a:t>
                      </a:r>
                    </a:p>
                  </a:txBody>
                  <a:tcPr anchor="ctr">
                    <a:lnL>
                      <a:noFill/>
                    </a:lnL>
                    <a:lnR>
                      <a:noFill/>
                    </a:lnR>
                    <a:lnT>
                      <a:noFill/>
                    </a:lnT>
                    <a:lnB>
                      <a:noFill/>
                    </a:lnB>
                    <a:noFill/>
                  </a:tcPr>
                </a:tc>
                <a:tc>
                  <a:txBody>
                    <a:bodyPr/>
                    <a:lstStyle/>
                    <a:p>
                      <a:pPr>
                        <a:buNone/>
                      </a:pPr>
                      <a:r>
                        <a:rPr lang="en-US"/>
                        <a:t>-15.32</a:t>
                      </a:r>
                    </a:p>
                  </a:txBody>
                  <a:tcPr anchor="ctr">
                    <a:lnL>
                      <a:noFill/>
                    </a:lnL>
                    <a:lnR>
                      <a:noFill/>
                    </a:lnR>
                    <a:lnT>
                      <a:noFill/>
                    </a:lnT>
                    <a:lnB>
                      <a:noFill/>
                    </a:lnB>
                    <a:noFill/>
                  </a:tcPr>
                </a:tc>
                <a:tc>
                  <a:txBody>
                    <a:bodyPr/>
                    <a:lstStyle/>
                    <a:p>
                      <a:pPr>
                        <a:buNone/>
                      </a:pPr>
                      <a:r>
                        <a:rPr lang="en-US"/>
                        <a:t>1.000000</a:t>
                      </a:r>
                    </a:p>
                  </a:txBody>
                  <a:tcPr anchor="ctr">
                    <a:lnL>
                      <a:noFill/>
                    </a:lnL>
                    <a:lnR>
                      <a:noFill/>
                    </a:lnR>
                    <a:lnT>
                      <a:noFill/>
                    </a:lnT>
                    <a:lnB>
                      <a:noFill/>
                    </a:lnB>
                    <a:noFill/>
                  </a:tcPr>
                </a:tc>
                <a:tc>
                  <a:txBody>
                    <a:bodyPr/>
                    <a:lstStyle/>
                    <a:p>
                      <a:pPr>
                        <a:buNone/>
                      </a:pPr>
                      <a:r>
                        <a:rPr lang="en-US"/>
                        <a:t>No significant diff.</a:t>
                      </a:r>
                    </a:p>
                  </a:txBody>
                  <a:tcPr anchor="ctr">
                    <a:lnL>
                      <a:noFill/>
                    </a:lnL>
                    <a:lnR>
                      <a:noFill/>
                    </a:lnR>
                    <a:lnT>
                      <a:noFill/>
                    </a:lnT>
                    <a:lnB>
                      <a:noFill/>
                    </a:lnB>
                    <a:noFill/>
                  </a:tcPr>
                </a:tc>
                <a:extLst>
                  <a:ext uri="{0D108BD9-81ED-4DB2-BD59-A6C34878D82A}">
                    <a16:rowId xmlns:a16="http://schemas.microsoft.com/office/drawing/2014/main" val="1205761771"/>
                  </a:ext>
                </a:extLst>
              </a:tr>
              <a:tr h="0">
                <a:tc>
                  <a:txBody>
                    <a:bodyPr/>
                    <a:lstStyle/>
                    <a:p>
                      <a:pPr>
                        <a:buNone/>
                      </a:pPr>
                      <a:r>
                        <a:rPr lang="en-US"/>
                        <a:t>12</a:t>
                      </a:r>
                    </a:p>
                  </a:txBody>
                  <a:tcPr anchor="ctr">
                    <a:lnL>
                      <a:noFill/>
                    </a:lnL>
                    <a:lnR>
                      <a:noFill/>
                    </a:lnR>
                    <a:lnT>
                      <a:noFill/>
                    </a:lnT>
                    <a:lnB>
                      <a:noFill/>
                    </a:lnB>
                    <a:noFill/>
                  </a:tcPr>
                </a:tc>
                <a:tc>
                  <a:txBody>
                    <a:bodyPr/>
                    <a:lstStyle/>
                    <a:p>
                      <a:pPr>
                        <a:buNone/>
                      </a:pPr>
                      <a:r>
                        <a:rPr lang="en-US"/>
                        <a:t>CTRL003</a:t>
                      </a:r>
                    </a:p>
                  </a:txBody>
                  <a:tcPr anchor="ctr">
                    <a:lnL>
                      <a:noFill/>
                    </a:lnL>
                    <a:lnR>
                      <a:noFill/>
                    </a:lnR>
                    <a:lnT>
                      <a:noFill/>
                    </a:lnT>
                    <a:lnB>
                      <a:noFill/>
                    </a:lnB>
                    <a:noFill/>
                  </a:tcPr>
                </a:tc>
                <a:tc>
                  <a:txBody>
                    <a:bodyPr/>
                    <a:lstStyle/>
                    <a:p>
                      <a:pPr>
                        <a:buNone/>
                      </a:pPr>
                      <a:r>
                        <a:rPr lang="en-US"/>
                        <a:t>1122</a:t>
                      </a:r>
                    </a:p>
                  </a:txBody>
                  <a:tcPr anchor="ctr">
                    <a:lnL>
                      <a:noFill/>
                    </a:lnL>
                    <a:lnR>
                      <a:noFill/>
                    </a:lnR>
                    <a:lnT>
                      <a:noFill/>
                    </a:lnT>
                    <a:lnB>
                      <a:noFill/>
                    </a:lnB>
                    <a:noFill/>
                  </a:tcPr>
                </a:tc>
                <a:tc>
                  <a:txBody>
                    <a:bodyPr/>
                    <a:lstStyle/>
                    <a:p>
                      <a:pPr>
                        <a:buNone/>
                      </a:pPr>
                      <a:r>
                        <a:rPr lang="en-US"/>
                        <a:t>353.19</a:t>
                      </a:r>
                    </a:p>
                  </a:txBody>
                  <a:tcPr anchor="ctr">
                    <a:lnL>
                      <a:noFill/>
                    </a:lnL>
                    <a:lnR>
                      <a:noFill/>
                    </a:lnR>
                    <a:lnT>
                      <a:noFill/>
                    </a:lnT>
                    <a:lnB>
                      <a:noFill/>
                    </a:lnB>
                    <a:noFill/>
                  </a:tcPr>
                </a:tc>
                <a:tc>
                  <a:txBody>
                    <a:bodyPr/>
                    <a:lstStyle/>
                    <a:p>
                      <a:pPr>
                        <a:buNone/>
                      </a:pPr>
                      <a:r>
                        <a:rPr lang="en-US"/>
                        <a:t>3.18</a:t>
                      </a:r>
                    </a:p>
                  </a:txBody>
                  <a:tcPr anchor="ctr">
                    <a:lnL>
                      <a:noFill/>
                    </a:lnL>
                    <a:lnR>
                      <a:noFill/>
                    </a:lnR>
                    <a:lnT>
                      <a:noFill/>
                    </a:lnT>
                    <a:lnB>
                      <a:noFill/>
                    </a:lnB>
                    <a:noFill/>
                  </a:tcPr>
                </a:tc>
                <a:tc>
                  <a:txBody>
                    <a:bodyPr/>
                    <a:lstStyle/>
                    <a:p>
                      <a:pPr>
                        <a:buNone/>
                      </a:pPr>
                      <a:r>
                        <a:rPr lang="en-US"/>
                        <a:t>566</a:t>
                      </a:r>
                    </a:p>
                  </a:txBody>
                  <a:tcPr anchor="ctr">
                    <a:lnL>
                      <a:noFill/>
                    </a:lnL>
                    <a:lnR>
                      <a:noFill/>
                    </a:lnR>
                    <a:lnT>
                      <a:noFill/>
                    </a:lnT>
                    <a:lnB>
                      <a:noFill/>
                    </a:lnB>
                    <a:noFill/>
                  </a:tcPr>
                </a:tc>
                <a:tc>
                  <a:txBody>
                    <a:bodyPr/>
                    <a:lstStyle/>
                    <a:p>
                      <a:pPr>
                        <a:buNone/>
                      </a:pPr>
                      <a:r>
                        <a:rPr lang="en-US"/>
                        <a:t>241.07</a:t>
                      </a:r>
                    </a:p>
                  </a:txBody>
                  <a:tcPr anchor="ctr">
                    <a:lnL>
                      <a:noFill/>
                    </a:lnL>
                    <a:lnR>
                      <a:noFill/>
                    </a:lnR>
                    <a:lnT>
                      <a:noFill/>
                    </a:lnT>
                    <a:lnB>
                      <a:noFill/>
                    </a:lnB>
                    <a:noFill/>
                  </a:tcPr>
                </a:tc>
                <a:tc>
                  <a:txBody>
                    <a:bodyPr/>
                    <a:lstStyle/>
                    <a:p>
                      <a:pPr>
                        <a:buNone/>
                      </a:pPr>
                      <a:r>
                        <a:rPr lang="en-US"/>
                        <a:t>2.35</a:t>
                      </a:r>
                    </a:p>
                  </a:txBody>
                  <a:tcPr anchor="ctr">
                    <a:lnL>
                      <a:noFill/>
                    </a:lnL>
                    <a:lnR>
                      <a:noFill/>
                    </a:lnR>
                    <a:lnT>
                      <a:noFill/>
                    </a:lnT>
                    <a:lnB>
                      <a:noFill/>
                    </a:lnB>
                    <a:noFill/>
                  </a:tcPr>
                </a:tc>
                <a:tc>
                  <a:txBody>
                    <a:bodyPr/>
                    <a:lstStyle/>
                    <a:p>
                      <a:pPr>
                        <a:buNone/>
                      </a:pPr>
                      <a:r>
                        <a:rPr lang="en-US"/>
                        <a:t>0.000001</a:t>
                      </a:r>
                    </a:p>
                  </a:txBody>
                  <a:tcPr anchor="ctr">
                    <a:lnL>
                      <a:noFill/>
                    </a:lnL>
                    <a:lnR>
                      <a:noFill/>
                    </a:lnR>
                    <a:lnT>
                      <a:noFill/>
                    </a:lnT>
                    <a:lnB>
                      <a:noFill/>
                    </a:lnB>
                    <a:noFill/>
                  </a:tcPr>
                </a:tc>
                <a:tc>
                  <a:txBody>
                    <a:bodyPr/>
                    <a:lstStyle/>
                    <a:p>
                      <a:pPr>
                        <a:buNone/>
                      </a:pPr>
                      <a:r>
                        <a:rPr lang="en-US"/>
                        <a:t>3.34</a:t>
                      </a:r>
                    </a:p>
                  </a:txBody>
                  <a:tcPr anchor="ctr">
                    <a:lnL>
                      <a:noFill/>
                    </a:lnL>
                    <a:lnR>
                      <a:noFill/>
                    </a:lnR>
                    <a:lnT>
                      <a:noFill/>
                    </a:lnT>
                    <a:lnB>
                      <a:noFill/>
                    </a:lnB>
                    <a:noFill/>
                  </a:tcPr>
                </a:tc>
                <a:tc>
                  <a:txBody>
                    <a:bodyPr/>
                    <a:lstStyle/>
                    <a:p>
                      <a:pPr>
                        <a:buNone/>
                      </a:pPr>
                      <a:r>
                        <a:rPr lang="en-US"/>
                        <a:t>0.000422</a:t>
                      </a:r>
                    </a:p>
                  </a:txBody>
                  <a:tcPr anchor="ctr">
                    <a:lnL>
                      <a:noFill/>
                    </a:lnL>
                    <a:lnR>
                      <a:noFill/>
                    </a:lnR>
                    <a:lnT>
                      <a:noFill/>
                    </a:lnT>
                    <a:lnB>
                      <a:noFill/>
                    </a:lnB>
                    <a:noFill/>
                  </a:tcPr>
                </a:tc>
                <a:tc>
                  <a:txBody>
                    <a:bodyPr/>
                    <a:lstStyle/>
                    <a:p>
                      <a:pPr>
                        <a:buNone/>
                      </a:pPr>
                      <a:r>
                        <a:rPr lang="en-US" dirty="0"/>
                        <a:t>Both significant</a:t>
                      </a:r>
                    </a:p>
                  </a:txBody>
                  <a:tcPr anchor="ctr">
                    <a:lnL>
                      <a:noFill/>
                    </a:lnL>
                    <a:lnR>
                      <a:noFill/>
                    </a:lnR>
                    <a:lnT>
                      <a:noFill/>
                    </a:lnT>
                    <a:lnB>
                      <a:noFill/>
                    </a:lnB>
                    <a:noFill/>
                  </a:tcPr>
                </a:tc>
                <a:extLst>
                  <a:ext uri="{0D108BD9-81ED-4DB2-BD59-A6C34878D82A}">
                    <a16:rowId xmlns:a16="http://schemas.microsoft.com/office/drawing/2014/main" val="943044645"/>
                  </a:ext>
                </a:extLst>
              </a:tr>
            </a:tbl>
          </a:graphicData>
        </a:graphic>
      </p:graphicFrame>
    </p:spTree>
    <p:extLst>
      <p:ext uri="{BB962C8B-B14F-4D97-AF65-F5344CB8AC3E}">
        <p14:creationId xmlns:p14="http://schemas.microsoft.com/office/powerpoint/2010/main" val="753108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EB6C2-DC25-CD62-6157-8C2812FDD13C}"/>
              </a:ext>
            </a:extLst>
          </p:cNvPr>
          <p:cNvSpPr>
            <a:spLocks noGrp="1"/>
          </p:cNvSpPr>
          <p:nvPr>
            <p:ph type="title"/>
          </p:nvPr>
        </p:nvSpPr>
        <p:spPr/>
        <p:txBody>
          <a:bodyPr/>
          <a:lstStyle/>
          <a:p>
            <a:r>
              <a:rPr lang="en-US" dirty="0"/>
              <a:t>OBJECTID 9 vs CTRL001- Poisson + z-test</a:t>
            </a:r>
          </a:p>
        </p:txBody>
      </p:sp>
      <p:sp>
        <p:nvSpPr>
          <p:cNvPr id="4" name="Footer Placeholder 3">
            <a:extLst>
              <a:ext uri="{FF2B5EF4-FFF2-40B4-BE49-F238E27FC236}">
                <a16:creationId xmlns:a16="http://schemas.microsoft.com/office/drawing/2014/main" id="{C56549ED-0F78-0CA5-1016-ADFD97D8AE65}"/>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745BEEC8-7DC0-1272-F709-AF8D0F857E1C}"/>
              </a:ext>
            </a:extLst>
          </p:cNvPr>
          <p:cNvSpPr>
            <a:spLocks noGrp="1"/>
          </p:cNvSpPr>
          <p:nvPr>
            <p:ph type="sldNum" sz="quarter" idx="4"/>
          </p:nvPr>
        </p:nvSpPr>
        <p:spPr/>
        <p:txBody>
          <a:bodyPr/>
          <a:lstStyle/>
          <a:p>
            <a:fld id="{80E8E832-D5BD-E340-9950-DA7B1292B12F}" type="slidenum">
              <a:rPr lang="en-US" smtClean="0"/>
              <a:t>19</a:t>
            </a:fld>
            <a:endParaRPr lang="en-US"/>
          </a:p>
        </p:txBody>
      </p:sp>
      <p:graphicFrame>
        <p:nvGraphicFramePr>
          <p:cNvPr id="8" name="Content Placeholder 7">
            <a:extLst>
              <a:ext uri="{FF2B5EF4-FFF2-40B4-BE49-F238E27FC236}">
                <a16:creationId xmlns:a16="http://schemas.microsoft.com/office/drawing/2014/main" id="{6BD474CA-212B-B9DB-9B78-E1DC1A5E358B}"/>
              </a:ext>
            </a:extLst>
          </p:cNvPr>
          <p:cNvGraphicFramePr>
            <a:graphicFrameLocks noGrp="1"/>
          </p:cNvGraphicFramePr>
          <p:nvPr>
            <p:ph idx="1"/>
            <p:extLst>
              <p:ext uri="{D42A27DB-BD31-4B8C-83A1-F6EECF244321}">
                <p14:modId xmlns:p14="http://schemas.microsoft.com/office/powerpoint/2010/main" val="3244074938"/>
              </p:ext>
            </p:extLst>
          </p:nvPr>
        </p:nvGraphicFramePr>
        <p:xfrm>
          <a:off x="228601" y="1874838"/>
          <a:ext cx="11569701" cy="4351336"/>
        </p:xfrm>
        <a:graphic>
          <a:graphicData uri="http://schemas.openxmlformats.org/drawingml/2006/table">
            <a:tbl>
              <a:tblPr/>
              <a:tblGrid>
                <a:gridCol w="1051791">
                  <a:extLst>
                    <a:ext uri="{9D8B030D-6E8A-4147-A177-3AD203B41FA5}">
                      <a16:colId xmlns:a16="http://schemas.microsoft.com/office/drawing/2014/main" val="3362422281"/>
                    </a:ext>
                  </a:extLst>
                </a:gridCol>
                <a:gridCol w="1051791">
                  <a:extLst>
                    <a:ext uri="{9D8B030D-6E8A-4147-A177-3AD203B41FA5}">
                      <a16:colId xmlns:a16="http://schemas.microsoft.com/office/drawing/2014/main" val="192402510"/>
                    </a:ext>
                  </a:extLst>
                </a:gridCol>
                <a:gridCol w="1051791">
                  <a:extLst>
                    <a:ext uri="{9D8B030D-6E8A-4147-A177-3AD203B41FA5}">
                      <a16:colId xmlns:a16="http://schemas.microsoft.com/office/drawing/2014/main" val="3749248255"/>
                    </a:ext>
                  </a:extLst>
                </a:gridCol>
                <a:gridCol w="1051791">
                  <a:extLst>
                    <a:ext uri="{9D8B030D-6E8A-4147-A177-3AD203B41FA5}">
                      <a16:colId xmlns:a16="http://schemas.microsoft.com/office/drawing/2014/main" val="1163947052"/>
                    </a:ext>
                  </a:extLst>
                </a:gridCol>
                <a:gridCol w="1051791">
                  <a:extLst>
                    <a:ext uri="{9D8B030D-6E8A-4147-A177-3AD203B41FA5}">
                      <a16:colId xmlns:a16="http://schemas.microsoft.com/office/drawing/2014/main" val="166872734"/>
                    </a:ext>
                  </a:extLst>
                </a:gridCol>
                <a:gridCol w="1051791">
                  <a:extLst>
                    <a:ext uri="{9D8B030D-6E8A-4147-A177-3AD203B41FA5}">
                      <a16:colId xmlns:a16="http://schemas.microsoft.com/office/drawing/2014/main" val="1596474527"/>
                    </a:ext>
                  </a:extLst>
                </a:gridCol>
                <a:gridCol w="1051791">
                  <a:extLst>
                    <a:ext uri="{9D8B030D-6E8A-4147-A177-3AD203B41FA5}">
                      <a16:colId xmlns:a16="http://schemas.microsoft.com/office/drawing/2014/main" val="356199169"/>
                    </a:ext>
                  </a:extLst>
                </a:gridCol>
                <a:gridCol w="1051791">
                  <a:extLst>
                    <a:ext uri="{9D8B030D-6E8A-4147-A177-3AD203B41FA5}">
                      <a16:colId xmlns:a16="http://schemas.microsoft.com/office/drawing/2014/main" val="1211757736"/>
                    </a:ext>
                  </a:extLst>
                </a:gridCol>
                <a:gridCol w="1051791">
                  <a:extLst>
                    <a:ext uri="{9D8B030D-6E8A-4147-A177-3AD203B41FA5}">
                      <a16:colId xmlns:a16="http://schemas.microsoft.com/office/drawing/2014/main" val="768904130"/>
                    </a:ext>
                  </a:extLst>
                </a:gridCol>
                <a:gridCol w="1051791">
                  <a:extLst>
                    <a:ext uri="{9D8B030D-6E8A-4147-A177-3AD203B41FA5}">
                      <a16:colId xmlns:a16="http://schemas.microsoft.com/office/drawing/2014/main" val="4066766250"/>
                    </a:ext>
                  </a:extLst>
                </a:gridCol>
                <a:gridCol w="1051791">
                  <a:extLst>
                    <a:ext uri="{9D8B030D-6E8A-4147-A177-3AD203B41FA5}">
                      <a16:colId xmlns:a16="http://schemas.microsoft.com/office/drawing/2014/main" val="2092632836"/>
                    </a:ext>
                  </a:extLst>
                </a:gridCol>
              </a:tblGrid>
              <a:tr h="518016">
                <a:tc>
                  <a:txBody>
                    <a:bodyPr/>
                    <a:lstStyle/>
                    <a:p>
                      <a:pPr>
                        <a:buNone/>
                      </a:pPr>
                      <a:r>
                        <a:rPr lang="en-US" sz="1000"/>
                        <a:t>Zone Type</a:t>
                      </a:r>
                    </a:p>
                  </a:txBody>
                  <a:tcPr marL="51802" marR="51802" marT="25901" marB="25901" anchor="ctr">
                    <a:lnL>
                      <a:noFill/>
                    </a:lnL>
                    <a:lnR>
                      <a:noFill/>
                    </a:lnR>
                    <a:lnT>
                      <a:noFill/>
                    </a:lnT>
                    <a:lnB>
                      <a:noFill/>
                    </a:lnB>
                    <a:noFill/>
                  </a:tcPr>
                </a:tc>
                <a:tc>
                  <a:txBody>
                    <a:bodyPr/>
                    <a:lstStyle/>
                    <a:p>
                      <a:pPr>
                        <a:buNone/>
                      </a:pPr>
                      <a:r>
                        <a:rPr lang="en-US" sz="1000"/>
                        <a:t>Truck Crashes</a:t>
                      </a:r>
                    </a:p>
                  </a:txBody>
                  <a:tcPr marL="51802" marR="51802" marT="25901" marB="25901" anchor="ctr">
                    <a:lnL>
                      <a:noFill/>
                    </a:lnL>
                    <a:lnR>
                      <a:noFill/>
                    </a:lnR>
                    <a:lnT>
                      <a:noFill/>
                    </a:lnT>
                    <a:lnB>
                      <a:noFill/>
                    </a:lnB>
                    <a:noFill/>
                  </a:tcPr>
                </a:tc>
                <a:tc>
                  <a:txBody>
                    <a:bodyPr/>
                    <a:lstStyle/>
                    <a:p>
                      <a:pPr>
                        <a:buNone/>
                      </a:pPr>
                      <a:r>
                        <a:rPr lang="en-US" sz="1000"/>
                        <a:t>Truck VMT</a:t>
                      </a:r>
                    </a:p>
                  </a:txBody>
                  <a:tcPr marL="51802" marR="51802" marT="25901" marB="25901" anchor="ctr">
                    <a:lnL>
                      <a:noFill/>
                    </a:lnL>
                    <a:lnR>
                      <a:noFill/>
                    </a:lnR>
                    <a:lnT>
                      <a:noFill/>
                    </a:lnT>
                    <a:lnB>
                      <a:noFill/>
                    </a:lnB>
                    <a:noFill/>
                  </a:tcPr>
                </a:tc>
                <a:tc>
                  <a:txBody>
                    <a:bodyPr/>
                    <a:lstStyle/>
                    <a:p>
                      <a:pPr>
                        <a:buNone/>
                      </a:pPr>
                      <a:r>
                        <a:rPr lang="en-US" sz="1000"/>
                        <a:t>Rate</a:t>
                      </a:r>
                    </a:p>
                  </a:txBody>
                  <a:tcPr marL="51802" marR="51802" marT="25901" marB="25901" anchor="ctr">
                    <a:lnL>
                      <a:noFill/>
                    </a:lnL>
                    <a:lnR>
                      <a:noFill/>
                    </a:lnR>
                    <a:lnT>
                      <a:noFill/>
                    </a:lnT>
                    <a:lnB>
                      <a:noFill/>
                    </a:lnB>
                    <a:noFill/>
                  </a:tcPr>
                </a:tc>
                <a:tc>
                  <a:txBody>
                    <a:bodyPr/>
                    <a:lstStyle/>
                    <a:p>
                      <a:pPr>
                        <a:buNone/>
                      </a:pPr>
                      <a:r>
                        <a:rPr lang="en-US" sz="1000"/>
                        <a:t>Control Crashes</a:t>
                      </a:r>
                    </a:p>
                  </a:txBody>
                  <a:tcPr marL="51802" marR="51802" marT="25901" marB="25901" anchor="ctr">
                    <a:lnL>
                      <a:noFill/>
                    </a:lnL>
                    <a:lnR>
                      <a:noFill/>
                    </a:lnR>
                    <a:lnT>
                      <a:noFill/>
                    </a:lnT>
                    <a:lnB>
                      <a:noFill/>
                    </a:lnB>
                    <a:noFill/>
                  </a:tcPr>
                </a:tc>
                <a:tc>
                  <a:txBody>
                    <a:bodyPr/>
                    <a:lstStyle/>
                    <a:p>
                      <a:pPr>
                        <a:buNone/>
                      </a:pPr>
                      <a:r>
                        <a:rPr lang="en-US" sz="1000"/>
                        <a:t>Control VMT</a:t>
                      </a:r>
                    </a:p>
                  </a:txBody>
                  <a:tcPr marL="51802" marR="51802" marT="25901" marB="25901" anchor="ctr">
                    <a:lnL>
                      <a:noFill/>
                    </a:lnL>
                    <a:lnR>
                      <a:noFill/>
                    </a:lnR>
                    <a:lnT>
                      <a:noFill/>
                    </a:lnT>
                    <a:lnB>
                      <a:noFill/>
                    </a:lnB>
                    <a:noFill/>
                  </a:tcPr>
                </a:tc>
                <a:tc>
                  <a:txBody>
                    <a:bodyPr/>
                    <a:lstStyle/>
                    <a:p>
                      <a:pPr>
                        <a:buNone/>
                      </a:pPr>
                      <a:r>
                        <a:rPr lang="en-US" sz="1000"/>
                        <a:t>Rate</a:t>
                      </a:r>
                    </a:p>
                  </a:txBody>
                  <a:tcPr marL="51802" marR="51802" marT="25901" marB="25901" anchor="ctr">
                    <a:lnL>
                      <a:noFill/>
                    </a:lnL>
                    <a:lnR>
                      <a:noFill/>
                    </a:lnR>
                    <a:lnT>
                      <a:noFill/>
                    </a:lnT>
                    <a:lnB>
                      <a:noFill/>
                    </a:lnB>
                    <a:noFill/>
                  </a:tcPr>
                </a:tc>
                <a:tc>
                  <a:txBody>
                    <a:bodyPr/>
                    <a:lstStyle/>
                    <a:p>
                      <a:pPr>
                        <a:buNone/>
                      </a:pPr>
                      <a:r>
                        <a:rPr lang="en-US" sz="1000"/>
                        <a:t>Poisson P-val</a:t>
                      </a:r>
                    </a:p>
                  </a:txBody>
                  <a:tcPr marL="51802" marR="51802" marT="25901" marB="25901" anchor="ctr">
                    <a:lnL>
                      <a:noFill/>
                    </a:lnL>
                    <a:lnR>
                      <a:noFill/>
                    </a:lnR>
                    <a:lnT>
                      <a:noFill/>
                    </a:lnT>
                    <a:lnB>
                      <a:noFill/>
                    </a:lnB>
                    <a:noFill/>
                  </a:tcPr>
                </a:tc>
                <a:tc>
                  <a:txBody>
                    <a:bodyPr/>
                    <a:lstStyle/>
                    <a:p>
                      <a:pPr>
                        <a:buNone/>
                      </a:pPr>
                      <a:r>
                        <a:rPr lang="en-US" sz="1000"/>
                        <a:t>Z-test Z</a:t>
                      </a:r>
                    </a:p>
                  </a:txBody>
                  <a:tcPr marL="51802" marR="51802" marT="25901" marB="25901" anchor="ctr">
                    <a:lnL>
                      <a:noFill/>
                    </a:lnL>
                    <a:lnR>
                      <a:noFill/>
                    </a:lnR>
                    <a:lnT>
                      <a:noFill/>
                    </a:lnT>
                    <a:lnB>
                      <a:noFill/>
                    </a:lnB>
                    <a:noFill/>
                  </a:tcPr>
                </a:tc>
                <a:tc>
                  <a:txBody>
                    <a:bodyPr/>
                    <a:lstStyle/>
                    <a:p>
                      <a:pPr>
                        <a:buNone/>
                      </a:pPr>
                      <a:r>
                        <a:rPr lang="en-US" sz="1000"/>
                        <a:t>Z-test P-val</a:t>
                      </a:r>
                    </a:p>
                  </a:txBody>
                  <a:tcPr marL="51802" marR="51802" marT="25901" marB="25901" anchor="ctr">
                    <a:lnL>
                      <a:noFill/>
                    </a:lnL>
                    <a:lnR>
                      <a:noFill/>
                    </a:lnR>
                    <a:lnT>
                      <a:noFill/>
                    </a:lnT>
                    <a:lnB>
                      <a:noFill/>
                    </a:lnB>
                    <a:noFill/>
                  </a:tcPr>
                </a:tc>
                <a:tc>
                  <a:txBody>
                    <a:bodyPr/>
                    <a:lstStyle/>
                    <a:p>
                      <a:pPr>
                        <a:buNone/>
                      </a:pPr>
                      <a:r>
                        <a:rPr lang="en-US" sz="1000"/>
                        <a:t>Result</a:t>
                      </a:r>
                    </a:p>
                  </a:txBody>
                  <a:tcPr marL="51802" marR="51802" marT="25901" marB="25901" anchor="ctr">
                    <a:lnL>
                      <a:noFill/>
                    </a:lnL>
                    <a:lnR>
                      <a:noFill/>
                    </a:lnR>
                    <a:lnT>
                      <a:noFill/>
                    </a:lnT>
                    <a:lnB>
                      <a:noFill/>
                    </a:lnB>
                    <a:noFill/>
                  </a:tcPr>
                </a:tc>
                <a:extLst>
                  <a:ext uri="{0D108BD9-81ED-4DB2-BD59-A6C34878D82A}">
                    <a16:rowId xmlns:a16="http://schemas.microsoft.com/office/drawing/2014/main" val="1298375005"/>
                  </a:ext>
                </a:extLst>
              </a:tr>
              <a:tr h="828826">
                <a:tc>
                  <a:txBody>
                    <a:bodyPr/>
                    <a:lstStyle/>
                    <a:p>
                      <a:pPr>
                        <a:buNone/>
                      </a:pPr>
                      <a:r>
                        <a:rPr lang="en-US" sz="1000"/>
                        <a:t>Upstream</a:t>
                      </a:r>
                    </a:p>
                  </a:txBody>
                  <a:tcPr marL="51802" marR="51802" marT="25901" marB="25901" anchor="ctr">
                    <a:lnL>
                      <a:noFill/>
                    </a:lnL>
                    <a:lnR>
                      <a:noFill/>
                    </a:lnR>
                    <a:lnT>
                      <a:noFill/>
                    </a:lnT>
                    <a:lnB>
                      <a:noFill/>
                    </a:lnB>
                    <a:noFill/>
                  </a:tcPr>
                </a:tc>
                <a:tc>
                  <a:txBody>
                    <a:bodyPr/>
                    <a:lstStyle/>
                    <a:p>
                      <a:pPr>
                        <a:buNone/>
                      </a:pPr>
                      <a:r>
                        <a:rPr lang="en-US" sz="1000"/>
                        <a:t>278</a:t>
                      </a:r>
                    </a:p>
                  </a:txBody>
                  <a:tcPr marL="51802" marR="51802" marT="25901" marB="25901" anchor="ctr">
                    <a:lnL>
                      <a:noFill/>
                    </a:lnL>
                    <a:lnR>
                      <a:noFill/>
                    </a:lnR>
                    <a:lnT>
                      <a:noFill/>
                    </a:lnT>
                    <a:lnB>
                      <a:noFill/>
                    </a:lnB>
                    <a:noFill/>
                  </a:tcPr>
                </a:tc>
                <a:tc>
                  <a:txBody>
                    <a:bodyPr/>
                    <a:lstStyle/>
                    <a:p>
                      <a:pPr>
                        <a:buNone/>
                      </a:pPr>
                      <a:r>
                        <a:rPr lang="en-US" sz="1000"/>
                        <a:t>166.32</a:t>
                      </a:r>
                    </a:p>
                  </a:txBody>
                  <a:tcPr marL="51802" marR="51802" marT="25901" marB="25901" anchor="ctr">
                    <a:lnL>
                      <a:noFill/>
                    </a:lnL>
                    <a:lnR>
                      <a:noFill/>
                    </a:lnR>
                    <a:lnT>
                      <a:noFill/>
                    </a:lnT>
                    <a:lnB>
                      <a:noFill/>
                    </a:lnB>
                    <a:noFill/>
                  </a:tcPr>
                </a:tc>
                <a:tc>
                  <a:txBody>
                    <a:bodyPr/>
                    <a:lstStyle/>
                    <a:p>
                      <a:pPr>
                        <a:buNone/>
                      </a:pPr>
                      <a:r>
                        <a:rPr lang="en-US" sz="1000"/>
                        <a:t>1.67</a:t>
                      </a:r>
                    </a:p>
                  </a:txBody>
                  <a:tcPr marL="51802" marR="51802" marT="25901" marB="25901" anchor="ctr">
                    <a:lnL>
                      <a:noFill/>
                    </a:lnL>
                    <a:lnR>
                      <a:noFill/>
                    </a:lnR>
                    <a:lnT>
                      <a:noFill/>
                    </a:lnT>
                    <a:lnB>
                      <a:noFill/>
                    </a:lnB>
                    <a:noFill/>
                  </a:tcPr>
                </a:tc>
                <a:tc>
                  <a:txBody>
                    <a:bodyPr/>
                    <a:lstStyle/>
                    <a:p>
                      <a:pPr>
                        <a:buNone/>
                      </a:pPr>
                      <a:r>
                        <a:rPr lang="en-US" sz="1000"/>
                        <a:t>155</a:t>
                      </a:r>
                    </a:p>
                  </a:txBody>
                  <a:tcPr marL="51802" marR="51802" marT="25901" marB="25901" anchor="ctr">
                    <a:lnL>
                      <a:noFill/>
                    </a:lnL>
                    <a:lnR>
                      <a:noFill/>
                    </a:lnR>
                    <a:lnT>
                      <a:noFill/>
                    </a:lnT>
                    <a:lnB>
                      <a:noFill/>
                    </a:lnB>
                    <a:noFill/>
                  </a:tcPr>
                </a:tc>
                <a:tc>
                  <a:txBody>
                    <a:bodyPr/>
                    <a:lstStyle/>
                    <a:p>
                      <a:pPr>
                        <a:buNone/>
                      </a:pPr>
                      <a:r>
                        <a:rPr lang="en-US" sz="1000"/>
                        <a:t>18.46</a:t>
                      </a:r>
                    </a:p>
                  </a:txBody>
                  <a:tcPr marL="51802" marR="51802" marT="25901" marB="25901" anchor="ctr">
                    <a:lnL>
                      <a:noFill/>
                    </a:lnL>
                    <a:lnR>
                      <a:noFill/>
                    </a:lnR>
                    <a:lnT>
                      <a:noFill/>
                    </a:lnT>
                    <a:lnB>
                      <a:noFill/>
                    </a:lnB>
                    <a:noFill/>
                  </a:tcPr>
                </a:tc>
                <a:tc>
                  <a:txBody>
                    <a:bodyPr/>
                    <a:lstStyle/>
                    <a:p>
                      <a:pPr>
                        <a:buNone/>
                      </a:pPr>
                      <a:r>
                        <a:rPr lang="en-US" sz="1000"/>
                        <a:t>8.39</a:t>
                      </a:r>
                    </a:p>
                  </a:txBody>
                  <a:tcPr marL="51802" marR="51802" marT="25901" marB="25901" anchor="ctr">
                    <a:lnL>
                      <a:noFill/>
                    </a:lnL>
                    <a:lnR>
                      <a:noFill/>
                    </a:lnR>
                    <a:lnT>
                      <a:noFill/>
                    </a:lnT>
                    <a:lnB>
                      <a:noFill/>
                    </a:lnB>
                    <a:noFill/>
                  </a:tcPr>
                </a:tc>
                <a:tc>
                  <a:txBody>
                    <a:bodyPr/>
                    <a:lstStyle/>
                    <a:p>
                      <a:pPr>
                        <a:buNone/>
                      </a:pPr>
                      <a:r>
                        <a:rPr lang="en-US" sz="1000"/>
                        <a:t>1.000000</a:t>
                      </a:r>
                    </a:p>
                  </a:txBody>
                  <a:tcPr marL="51802" marR="51802" marT="25901" marB="25901" anchor="ctr">
                    <a:lnL>
                      <a:noFill/>
                    </a:lnL>
                    <a:lnR>
                      <a:noFill/>
                    </a:lnR>
                    <a:lnT>
                      <a:noFill/>
                    </a:lnT>
                    <a:lnB>
                      <a:noFill/>
                    </a:lnB>
                    <a:noFill/>
                  </a:tcPr>
                </a:tc>
                <a:tc>
                  <a:txBody>
                    <a:bodyPr/>
                    <a:lstStyle/>
                    <a:p>
                      <a:pPr>
                        <a:buNone/>
                      </a:pPr>
                      <a:r>
                        <a:rPr lang="en-US" sz="1000"/>
                        <a:t>-16.10</a:t>
                      </a:r>
                    </a:p>
                  </a:txBody>
                  <a:tcPr marL="51802" marR="51802" marT="25901" marB="25901" anchor="ctr">
                    <a:lnL>
                      <a:noFill/>
                    </a:lnL>
                    <a:lnR>
                      <a:noFill/>
                    </a:lnR>
                    <a:lnT>
                      <a:noFill/>
                    </a:lnT>
                    <a:lnB>
                      <a:noFill/>
                    </a:lnB>
                    <a:noFill/>
                  </a:tcPr>
                </a:tc>
                <a:tc>
                  <a:txBody>
                    <a:bodyPr/>
                    <a:lstStyle/>
                    <a:p>
                      <a:pPr>
                        <a:buNone/>
                      </a:pPr>
                      <a:r>
                        <a:rPr lang="en-US" sz="1000"/>
                        <a:t>1.000000</a:t>
                      </a:r>
                    </a:p>
                  </a:txBody>
                  <a:tcPr marL="51802" marR="51802" marT="25901" marB="25901" anchor="ctr">
                    <a:lnL>
                      <a:noFill/>
                    </a:lnL>
                    <a:lnR>
                      <a:noFill/>
                    </a:lnR>
                    <a:lnT>
                      <a:noFill/>
                    </a:lnT>
                    <a:lnB>
                      <a:noFill/>
                    </a:lnB>
                    <a:noFill/>
                  </a:tcPr>
                </a:tc>
                <a:tc>
                  <a:txBody>
                    <a:bodyPr/>
                    <a:lstStyle/>
                    <a:p>
                      <a:pPr>
                        <a:buNone/>
                      </a:pPr>
                      <a:r>
                        <a:rPr lang="en-US" sz="1000"/>
                        <a:t>No significant difference</a:t>
                      </a:r>
                    </a:p>
                  </a:txBody>
                  <a:tcPr marL="51802" marR="51802" marT="25901" marB="25901" anchor="ctr">
                    <a:lnL>
                      <a:noFill/>
                    </a:lnL>
                    <a:lnR>
                      <a:noFill/>
                    </a:lnR>
                    <a:lnT>
                      <a:noFill/>
                    </a:lnT>
                    <a:lnB>
                      <a:noFill/>
                    </a:lnB>
                    <a:noFill/>
                  </a:tcPr>
                </a:tc>
                <a:extLst>
                  <a:ext uri="{0D108BD9-81ED-4DB2-BD59-A6C34878D82A}">
                    <a16:rowId xmlns:a16="http://schemas.microsoft.com/office/drawing/2014/main" val="421020543"/>
                  </a:ext>
                </a:extLst>
              </a:tr>
              <a:tr h="828826">
                <a:tc>
                  <a:txBody>
                    <a:bodyPr/>
                    <a:lstStyle/>
                    <a:p>
                      <a:pPr>
                        <a:buNone/>
                      </a:pPr>
                      <a:r>
                        <a:rPr lang="en-US" sz="1000"/>
                        <a:t>Downstream</a:t>
                      </a:r>
                    </a:p>
                  </a:txBody>
                  <a:tcPr marL="51802" marR="51802" marT="25901" marB="25901" anchor="ctr">
                    <a:lnL>
                      <a:noFill/>
                    </a:lnL>
                    <a:lnR>
                      <a:noFill/>
                    </a:lnR>
                    <a:lnT>
                      <a:noFill/>
                    </a:lnT>
                    <a:lnB>
                      <a:noFill/>
                    </a:lnB>
                    <a:noFill/>
                  </a:tcPr>
                </a:tc>
                <a:tc>
                  <a:txBody>
                    <a:bodyPr/>
                    <a:lstStyle/>
                    <a:p>
                      <a:pPr>
                        <a:buNone/>
                      </a:pPr>
                      <a:r>
                        <a:rPr lang="en-US" sz="1000"/>
                        <a:t>169</a:t>
                      </a:r>
                    </a:p>
                  </a:txBody>
                  <a:tcPr marL="51802" marR="51802" marT="25901" marB="25901" anchor="ctr">
                    <a:lnL>
                      <a:noFill/>
                    </a:lnL>
                    <a:lnR>
                      <a:noFill/>
                    </a:lnR>
                    <a:lnT>
                      <a:noFill/>
                    </a:lnT>
                    <a:lnB>
                      <a:noFill/>
                    </a:lnB>
                    <a:noFill/>
                  </a:tcPr>
                </a:tc>
                <a:tc>
                  <a:txBody>
                    <a:bodyPr/>
                    <a:lstStyle/>
                    <a:p>
                      <a:pPr>
                        <a:buNone/>
                      </a:pPr>
                      <a:r>
                        <a:rPr lang="en-US" sz="1000"/>
                        <a:t>106.22</a:t>
                      </a:r>
                    </a:p>
                  </a:txBody>
                  <a:tcPr marL="51802" marR="51802" marT="25901" marB="25901" anchor="ctr">
                    <a:lnL>
                      <a:noFill/>
                    </a:lnL>
                    <a:lnR>
                      <a:noFill/>
                    </a:lnR>
                    <a:lnT>
                      <a:noFill/>
                    </a:lnT>
                    <a:lnB>
                      <a:noFill/>
                    </a:lnB>
                    <a:noFill/>
                  </a:tcPr>
                </a:tc>
                <a:tc>
                  <a:txBody>
                    <a:bodyPr/>
                    <a:lstStyle/>
                    <a:p>
                      <a:pPr>
                        <a:buNone/>
                      </a:pPr>
                      <a:r>
                        <a:rPr lang="en-US" sz="1000"/>
                        <a:t>1.59</a:t>
                      </a:r>
                    </a:p>
                  </a:txBody>
                  <a:tcPr marL="51802" marR="51802" marT="25901" marB="25901" anchor="ctr">
                    <a:lnL>
                      <a:noFill/>
                    </a:lnL>
                    <a:lnR>
                      <a:noFill/>
                    </a:lnR>
                    <a:lnT>
                      <a:noFill/>
                    </a:lnT>
                    <a:lnB>
                      <a:noFill/>
                    </a:lnB>
                    <a:noFill/>
                  </a:tcPr>
                </a:tc>
                <a:tc>
                  <a:txBody>
                    <a:bodyPr/>
                    <a:lstStyle/>
                    <a:p>
                      <a:pPr>
                        <a:buNone/>
                      </a:pPr>
                      <a:r>
                        <a:rPr lang="en-US" sz="1000"/>
                        <a:t>222</a:t>
                      </a:r>
                    </a:p>
                  </a:txBody>
                  <a:tcPr marL="51802" marR="51802" marT="25901" marB="25901" anchor="ctr">
                    <a:lnL>
                      <a:noFill/>
                    </a:lnL>
                    <a:lnR>
                      <a:noFill/>
                    </a:lnR>
                    <a:lnT>
                      <a:noFill/>
                    </a:lnT>
                    <a:lnB>
                      <a:noFill/>
                    </a:lnB>
                    <a:noFill/>
                  </a:tcPr>
                </a:tc>
                <a:tc>
                  <a:txBody>
                    <a:bodyPr/>
                    <a:lstStyle/>
                    <a:p>
                      <a:pPr>
                        <a:buNone/>
                      </a:pPr>
                      <a:r>
                        <a:rPr lang="en-US" sz="1000"/>
                        <a:t>26.54</a:t>
                      </a:r>
                    </a:p>
                  </a:txBody>
                  <a:tcPr marL="51802" marR="51802" marT="25901" marB="25901" anchor="ctr">
                    <a:lnL>
                      <a:noFill/>
                    </a:lnL>
                    <a:lnR>
                      <a:noFill/>
                    </a:lnR>
                    <a:lnT>
                      <a:noFill/>
                    </a:lnT>
                    <a:lnB>
                      <a:noFill/>
                    </a:lnB>
                    <a:noFill/>
                  </a:tcPr>
                </a:tc>
                <a:tc>
                  <a:txBody>
                    <a:bodyPr/>
                    <a:lstStyle/>
                    <a:p>
                      <a:pPr>
                        <a:buNone/>
                      </a:pPr>
                      <a:r>
                        <a:rPr lang="en-US" sz="1000"/>
                        <a:t>8.37</a:t>
                      </a:r>
                    </a:p>
                  </a:txBody>
                  <a:tcPr marL="51802" marR="51802" marT="25901" marB="25901" anchor="ctr">
                    <a:lnL>
                      <a:noFill/>
                    </a:lnL>
                    <a:lnR>
                      <a:noFill/>
                    </a:lnR>
                    <a:lnT>
                      <a:noFill/>
                    </a:lnT>
                    <a:lnB>
                      <a:noFill/>
                    </a:lnB>
                    <a:noFill/>
                  </a:tcPr>
                </a:tc>
                <a:tc>
                  <a:txBody>
                    <a:bodyPr/>
                    <a:lstStyle/>
                    <a:p>
                      <a:pPr>
                        <a:buNone/>
                      </a:pPr>
                      <a:r>
                        <a:rPr lang="en-US" sz="1000"/>
                        <a:t>1.000000</a:t>
                      </a:r>
                    </a:p>
                  </a:txBody>
                  <a:tcPr marL="51802" marR="51802" marT="25901" marB="25901" anchor="ctr">
                    <a:lnL>
                      <a:noFill/>
                    </a:lnL>
                    <a:lnR>
                      <a:noFill/>
                    </a:lnR>
                    <a:lnT>
                      <a:noFill/>
                    </a:lnT>
                    <a:lnB>
                      <a:noFill/>
                    </a:lnB>
                    <a:noFill/>
                  </a:tcPr>
                </a:tc>
                <a:tc>
                  <a:txBody>
                    <a:bodyPr/>
                    <a:lstStyle/>
                    <a:p>
                      <a:pPr>
                        <a:buNone/>
                      </a:pPr>
                      <a:r>
                        <a:rPr lang="en-US" sz="1000"/>
                        <a:t>-16.26</a:t>
                      </a:r>
                    </a:p>
                  </a:txBody>
                  <a:tcPr marL="51802" marR="51802" marT="25901" marB="25901" anchor="ctr">
                    <a:lnL>
                      <a:noFill/>
                    </a:lnL>
                    <a:lnR>
                      <a:noFill/>
                    </a:lnR>
                    <a:lnT>
                      <a:noFill/>
                    </a:lnT>
                    <a:lnB>
                      <a:noFill/>
                    </a:lnB>
                    <a:noFill/>
                  </a:tcPr>
                </a:tc>
                <a:tc>
                  <a:txBody>
                    <a:bodyPr/>
                    <a:lstStyle/>
                    <a:p>
                      <a:pPr>
                        <a:buNone/>
                      </a:pPr>
                      <a:r>
                        <a:rPr lang="en-US" sz="1000"/>
                        <a:t>1.000000</a:t>
                      </a:r>
                    </a:p>
                  </a:txBody>
                  <a:tcPr marL="51802" marR="51802" marT="25901" marB="25901" anchor="ctr">
                    <a:lnL>
                      <a:noFill/>
                    </a:lnL>
                    <a:lnR>
                      <a:noFill/>
                    </a:lnR>
                    <a:lnT>
                      <a:noFill/>
                    </a:lnT>
                    <a:lnB>
                      <a:noFill/>
                    </a:lnB>
                    <a:noFill/>
                  </a:tcPr>
                </a:tc>
                <a:tc>
                  <a:txBody>
                    <a:bodyPr/>
                    <a:lstStyle/>
                    <a:p>
                      <a:pPr>
                        <a:buNone/>
                      </a:pPr>
                      <a:r>
                        <a:rPr lang="en-US" sz="1000"/>
                        <a:t>No significant difference</a:t>
                      </a:r>
                    </a:p>
                  </a:txBody>
                  <a:tcPr marL="51802" marR="51802" marT="25901" marB="25901" anchor="ctr">
                    <a:lnL>
                      <a:noFill/>
                    </a:lnL>
                    <a:lnR>
                      <a:noFill/>
                    </a:lnR>
                    <a:lnT>
                      <a:noFill/>
                    </a:lnT>
                    <a:lnB>
                      <a:noFill/>
                    </a:lnB>
                    <a:noFill/>
                  </a:tcPr>
                </a:tc>
                <a:extLst>
                  <a:ext uri="{0D108BD9-81ED-4DB2-BD59-A6C34878D82A}">
                    <a16:rowId xmlns:a16="http://schemas.microsoft.com/office/drawing/2014/main" val="3354895918"/>
                  </a:ext>
                </a:extLst>
              </a:tr>
              <a:tr h="518016">
                <a:tc>
                  <a:txBody>
                    <a:bodyPr/>
                    <a:lstStyle/>
                    <a:p>
                      <a:pPr>
                        <a:buNone/>
                      </a:pPr>
                      <a:r>
                        <a:rPr lang="en-US" sz="1000"/>
                        <a:t>Parking Lot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a:t>
                      </a:r>
                    </a:p>
                  </a:txBody>
                  <a:tcPr marL="51802" marR="51802" marT="25901" marB="25901" anchor="ctr">
                    <a:lnL>
                      <a:noFill/>
                    </a:lnL>
                    <a:lnR>
                      <a:noFill/>
                    </a:lnR>
                    <a:lnT>
                      <a:noFill/>
                    </a:lnT>
                    <a:lnB>
                      <a:noFill/>
                    </a:lnB>
                    <a:noFill/>
                  </a:tcPr>
                </a:tc>
                <a:tc>
                  <a:txBody>
                    <a:bodyPr/>
                    <a:lstStyle/>
                    <a:p>
                      <a:pPr>
                        <a:buNone/>
                      </a:pPr>
                      <a:r>
                        <a:rPr lang="en-US" sz="1000"/>
                        <a:t>Insufficient data</a:t>
                      </a:r>
                    </a:p>
                  </a:txBody>
                  <a:tcPr marL="51802" marR="51802" marT="25901" marB="25901" anchor="ctr">
                    <a:lnL>
                      <a:noFill/>
                    </a:lnL>
                    <a:lnR>
                      <a:noFill/>
                    </a:lnR>
                    <a:lnT>
                      <a:noFill/>
                    </a:lnT>
                    <a:lnB>
                      <a:noFill/>
                    </a:lnB>
                    <a:noFill/>
                  </a:tcPr>
                </a:tc>
                <a:extLst>
                  <a:ext uri="{0D108BD9-81ED-4DB2-BD59-A6C34878D82A}">
                    <a16:rowId xmlns:a16="http://schemas.microsoft.com/office/drawing/2014/main" val="3901569156"/>
                  </a:ext>
                </a:extLst>
              </a:tr>
              <a:tr h="828826">
                <a:tc>
                  <a:txBody>
                    <a:bodyPr/>
                    <a:lstStyle/>
                    <a:p>
                      <a:pPr>
                        <a:buNone/>
                      </a:pPr>
                      <a:r>
                        <a:rPr lang="en-US" sz="1000"/>
                        <a:t>Upstream: Off-Ramp</a:t>
                      </a:r>
                    </a:p>
                  </a:txBody>
                  <a:tcPr marL="51802" marR="51802" marT="25901" marB="25901" anchor="ctr">
                    <a:lnL>
                      <a:noFill/>
                    </a:lnL>
                    <a:lnR>
                      <a:noFill/>
                    </a:lnR>
                    <a:lnT>
                      <a:noFill/>
                    </a:lnT>
                    <a:lnB>
                      <a:noFill/>
                    </a:lnB>
                    <a:noFill/>
                  </a:tcPr>
                </a:tc>
                <a:tc>
                  <a:txBody>
                    <a:bodyPr/>
                    <a:lstStyle/>
                    <a:p>
                      <a:pPr>
                        <a:buNone/>
                      </a:pPr>
                      <a:r>
                        <a:rPr lang="en-US" sz="1000"/>
                        <a:t>78</a:t>
                      </a:r>
                    </a:p>
                  </a:txBody>
                  <a:tcPr marL="51802" marR="51802" marT="25901" marB="25901" anchor="ctr">
                    <a:lnL>
                      <a:noFill/>
                    </a:lnL>
                    <a:lnR>
                      <a:noFill/>
                    </a:lnR>
                    <a:lnT>
                      <a:noFill/>
                    </a:lnT>
                    <a:lnB>
                      <a:noFill/>
                    </a:lnB>
                    <a:noFill/>
                  </a:tcPr>
                </a:tc>
                <a:tc>
                  <a:txBody>
                    <a:bodyPr/>
                    <a:lstStyle/>
                    <a:p>
                      <a:pPr>
                        <a:buNone/>
                      </a:pPr>
                      <a:r>
                        <a:rPr lang="en-US" sz="1000"/>
                        <a:t>8.20</a:t>
                      </a:r>
                    </a:p>
                  </a:txBody>
                  <a:tcPr marL="51802" marR="51802" marT="25901" marB="25901" anchor="ctr">
                    <a:lnL>
                      <a:noFill/>
                    </a:lnL>
                    <a:lnR>
                      <a:noFill/>
                    </a:lnR>
                    <a:lnT>
                      <a:noFill/>
                    </a:lnT>
                    <a:lnB>
                      <a:noFill/>
                    </a:lnB>
                    <a:noFill/>
                  </a:tcPr>
                </a:tc>
                <a:tc>
                  <a:txBody>
                    <a:bodyPr/>
                    <a:lstStyle/>
                    <a:p>
                      <a:pPr>
                        <a:buNone/>
                      </a:pPr>
                      <a:r>
                        <a:rPr lang="en-US" sz="1000"/>
                        <a:t>9.51</a:t>
                      </a:r>
                    </a:p>
                  </a:txBody>
                  <a:tcPr marL="51802" marR="51802" marT="25901" marB="25901" anchor="ctr">
                    <a:lnL>
                      <a:noFill/>
                    </a:lnL>
                    <a:lnR>
                      <a:noFill/>
                    </a:lnR>
                    <a:lnT>
                      <a:noFill/>
                    </a:lnT>
                    <a:lnB>
                      <a:noFill/>
                    </a:lnB>
                    <a:noFill/>
                  </a:tcPr>
                </a:tc>
                <a:tc>
                  <a:txBody>
                    <a:bodyPr/>
                    <a:lstStyle/>
                    <a:p>
                      <a:pPr>
                        <a:buNone/>
                      </a:pPr>
                      <a:r>
                        <a:rPr lang="en-US" sz="1000"/>
                        <a:t>145</a:t>
                      </a:r>
                    </a:p>
                  </a:txBody>
                  <a:tcPr marL="51802" marR="51802" marT="25901" marB="25901" anchor="ctr">
                    <a:lnL>
                      <a:noFill/>
                    </a:lnL>
                    <a:lnR>
                      <a:noFill/>
                    </a:lnR>
                    <a:lnT>
                      <a:noFill/>
                    </a:lnT>
                    <a:lnB>
                      <a:noFill/>
                    </a:lnB>
                    <a:noFill/>
                  </a:tcPr>
                </a:tc>
                <a:tc>
                  <a:txBody>
                    <a:bodyPr/>
                    <a:lstStyle/>
                    <a:p>
                      <a:pPr>
                        <a:buNone/>
                      </a:pPr>
                      <a:r>
                        <a:rPr lang="en-US" sz="1000"/>
                        <a:t>11.59</a:t>
                      </a:r>
                    </a:p>
                  </a:txBody>
                  <a:tcPr marL="51802" marR="51802" marT="25901" marB="25901" anchor="ctr">
                    <a:lnL>
                      <a:noFill/>
                    </a:lnL>
                    <a:lnR>
                      <a:noFill/>
                    </a:lnR>
                    <a:lnT>
                      <a:noFill/>
                    </a:lnT>
                    <a:lnB>
                      <a:noFill/>
                    </a:lnB>
                    <a:noFill/>
                  </a:tcPr>
                </a:tc>
                <a:tc>
                  <a:txBody>
                    <a:bodyPr/>
                    <a:lstStyle/>
                    <a:p>
                      <a:pPr>
                        <a:buNone/>
                      </a:pPr>
                      <a:r>
                        <a:rPr lang="en-US" sz="1000"/>
                        <a:t>12.51</a:t>
                      </a:r>
                    </a:p>
                  </a:txBody>
                  <a:tcPr marL="51802" marR="51802" marT="25901" marB="25901" anchor="ctr">
                    <a:lnL>
                      <a:noFill/>
                    </a:lnL>
                    <a:lnR>
                      <a:noFill/>
                    </a:lnR>
                    <a:lnT>
                      <a:noFill/>
                    </a:lnT>
                    <a:lnB>
                      <a:noFill/>
                    </a:lnB>
                    <a:noFill/>
                  </a:tcPr>
                </a:tc>
                <a:tc>
                  <a:txBody>
                    <a:bodyPr/>
                    <a:lstStyle/>
                    <a:p>
                      <a:pPr>
                        <a:buNone/>
                      </a:pPr>
                      <a:r>
                        <a:rPr lang="en-US" sz="1000"/>
                        <a:t>0.994890</a:t>
                      </a:r>
                    </a:p>
                  </a:txBody>
                  <a:tcPr marL="51802" marR="51802" marT="25901" marB="25901" anchor="ctr">
                    <a:lnL>
                      <a:noFill/>
                    </a:lnL>
                    <a:lnR>
                      <a:noFill/>
                    </a:lnR>
                    <a:lnT>
                      <a:noFill/>
                    </a:lnT>
                    <a:lnB>
                      <a:noFill/>
                    </a:lnB>
                    <a:noFill/>
                  </a:tcPr>
                </a:tc>
                <a:tc>
                  <a:txBody>
                    <a:bodyPr/>
                    <a:lstStyle/>
                    <a:p>
                      <a:pPr>
                        <a:buNone/>
                      </a:pPr>
                      <a:r>
                        <a:rPr lang="en-US" sz="1000"/>
                        <a:t>-1.95</a:t>
                      </a:r>
                    </a:p>
                  </a:txBody>
                  <a:tcPr marL="51802" marR="51802" marT="25901" marB="25901" anchor="ctr">
                    <a:lnL>
                      <a:noFill/>
                    </a:lnL>
                    <a:lnR>
                      <a:noFill/>
                    </a:lnR>
                    <a:lnT>
                      <a:noFill/>
                    </a:lnT>
                    <a:lnB>
                      <a:noFill/>
                    </a:lnB>
                    <a:noFill/>
                  </a:tcPr>
                </a:tc>
                <a:tc>
                  <a:txBody>
                    <a:bodyPr/>
                    <a:lstStyle/>
                    <a:p>
                      <a:pPr>
                        <a:buNone/>
                      </a:pPr>
                      <a:r>
                        <a:rPr lang="en-US" sz="1000"/>
                        <a:t>0.9743</a:t>
                      </a:r>
                    </a:p>
                  </a:txBody>
                  <a:tcPr marL="51802" marR="51802" marT="25901" marB="25901" anchor="ctr">
                    <a:lnL>
                      <a:noFill/>
                    </a:lnL>
                    <a:lnR>
                      <a:noFill/>
                    </a:lnR>
                    <a:lnT>
                      <a:noFill/>
                    </a:lnT>
                    <a:lnB>
                      <a:noFill/>
                    </a:lnB>
                    <a:noFill/>
                  </a:tcPr>
                </a:tc>
                <a:tc>
                  <a:txBody>
                    <a:bodyPr/>
                    <a:lstStyle/>
                    <a:p>
                      <a:pPr>
                        <a:buNone/>
                      </a:pPr>
                      <a:r>
                        <a:rPr lang="en-US" sz="1000"/>
                        <a:t>No significant difference</a:t>
                      </a:r>
                    </a:p>
                  </a:txBody>
                  <a:tcPr marL="51802" marR="51802" marT="25901" marB="25901" anchor="ctr">
                    <a:lnL>
                      <a:noFill/>
                    </a:lnL>
                    <a:lnR>
                      <a:noFill/>
                    </a:lnR>
                    <a:lnT>
                      <a:noFill/>
                    </a:lnT>
                    <a:lnB>
                      <a:noFill/>
                    </a:lnB>
                    <a:noFill/>
                  </a:tcPr>
                </a:tc>
                <a:extLst>
                  <a:ext uri="{0D108BD9-81ED-4DB2-BD59-A6C34878D82A}">
                    <a16:rowId xmlns:a16="http://schemas.microsoft.com/office/drawing/2014/main" val="2719910362"/>
                  </a:ext>
                </a:extLst>
              </a:tr>
              <a:tr h="828826">
                <a:tc>
                  <a:txBody>
                    <a:bodyPr/>
                    <a:lstStyle/>
                    <a:p>
                      <a:pPr>
                        <a:buNone/>
                      </a:pPr>
                      <a:r>
                        <a:rPr lang="en-US" sz="1000"/>
                        <a:t>Downstream: On-Ramp</a:t>
                      </a:r>
                    </a:p>
                  </a:txBody>
                  <a:tcPr marL="51802" marR="51802" marT="25901" marB="25901" anchor="ctr">
                    <a:lnL>
                      <a:noFill/>
                    </a:lnL>
                    <a:lnR>
                      <a:noFill/>
                    </a:lnR>
                    <a:lnT>
                      <a:noFill/>
                    </a:lnT>
                    <a:lnB>
                      <a:noFill/>
                    </a:lnB>
                    <a:noFill/>
                  </a:tcPr>
                </a:tc>
                <a:tc>
                  <a:txBody>
                    <a:bodyPr/>
                    <a:lstStyle/>
                    <a:p>
                      <a:pPr>
                        <a:buNone/>
                      </a:pPr>
                      <a:r>
                        <a:rPr lang="en-US" sz="1000"/>
                        <a:t>49</a:t>
                      </a:r>
                    </a:p>
                  </a:txBody>
                  <a:tcPr marL="51802" marR="51802" marT="25901" marB="25901" anchor="ctr">
                    <a:lnL>
                      <a:noFill/>
                    </a:lnL>
                    <a:lnR>
                      <a:noFill/>
                    </a:lnR>
                    <a:lnT>
                      <a:noFill/>
                    </a:lnT>
                    <a:lnB>
                      <a:noFill/>
                    </a:lnB>
                    <a:noFill/>
                  </a:tcPr>
                </a:tc>
                <a:tc>
                  <a:txBody>
                    <a:bodyPr/>
                    <a:lstStyle/>
                    <a:p>
                      <a:pPr>
                        <a:buNone/>
                      </a:pPr>
                      <a:r>
                        <a:rPr lang="en-US" sz="1000"/>
                        <a:t>6.84</a:t>
                      </a:r>
                    </a:p>
                  </a:txBody>
                  <a:tcPr marL="51802" marR="51802" marT="25901" marB="25901" anchor="ctr">
                    <a:lnL>
                      <a:noFill/>
                    </a:lnL>
                    <a:lnR>
                      <a:noFill/>
                    </a:lnR>
                    <a:lnT>
                      <a:noFill/>
                    </a:lnT>
                    <a:lnB>
                      <a:noFill/>
                    </a:lnB>
                    <a:noFill/>
                  </a:tcPr>
                </a:tc>
                <a:tc>
                  <a:txBody>
                    <a:bodyPr/>
                    <a:lstStyle/>
                    <a:p>
                      <a:pPr>
                        <a:buNone/>
                      </a:pPr>
                      <a:r>
                        <a:rPr lang="en-US" sz="1000"/>
                        <a:t>7.16</a:t>
                      </a:r>
                    </a:p>
                  </a:txBody>
                  <a:tcPr marL="51802" marR="51802" marT="25901" marB="25901" anchor="ctr">
                    <a:lnL>
                      <a:noFill/>
                    </a:lnL>
                    <a:lnR>
                      <a:noFill/>
                    </a:lnR>
                    <a:lnT>
                      <a:noFill/>
                    </a:lnT>
                    <a:lnB>
                      <a:noFill/>
                    </a:lnB>
                    <a:noFill/>
                  </a:tcPr>
                </a:tc>
                <a:tc>
                  <a:txBody>
                    <a:bodyPr/>
                    <a:lstStyle/>
                    <a:p>
                      <a:pPr>
                        <a:buNone/>
                      </a:pPr>
                      <a:r>
                        <a:rPr lang="en-US" sz="1000"/>
                        <a:t>74</a:t>
                      </a:r>
                    </a:p>
                  </a:txBody>
                  <a:tcPr marL="51802" marR="51802" marT="25901" marB="25901" anchor="ctr">
                    <a:lnL>
                      <a:noFill/>
                    </a:lnL>
                    <a:lnR>
                      <a:noFill/>
                    </a:lnR>
                    <a:lnT>
                      <a:noFill/>
                    </a:lnT>
                    <a:lnB>
                      <a:noFill/>
                    </a:lnB>
                    <a:noFill/>
                  </a:tcPr>
                </a:tc>
                <a:tc>
                  <a:txBody>
                    <a:bodyPr/>
                    <a:lstStyle/>
                    <a:p>
                      <a:pPr>
                        <a:buNone/>
                      </a:pPr>
                      <a:r>
                        <a:rPr lang="en-US" sz="1000"/>
                        <a:t>5.29</a:t>
                      </a:r>
                    </a:p>
                  </a:txBody>
                  <a:tcPr marL="51802" marR="51802" marT="25901" marB="25901" anchor="ctr">
                    <a:lnL>
                      <a:noFill/>
                    </a:lnL>
                    <a:lnR>
                      <a:noFill/>
                    </a:lnR>
                    <a:lnT>
                      <a:noFill/>
                    </a:lnT>
                    <a:lnB>
                      <a:noFill/>
                    </a:lnB>
                    <a:noFill/>
                  </a:tcPr>
                </a:tc>
                <a:tc>
                  <a:txBody>
                    <a:bodyPr/>
                    <a:lstStyle/>
                    <a:p>
                      <a:pPr>
                        <a:buNone/>
                      </a:pPr>
                      <a:r>
                        <a:rPr lang="en-US" sz="1000"/>
                        <a:t>13.99</a:t>
                      </a:r>
                    </a:p>
                  </a:txBody>
                  <a:tcPr marL="51802" marR="51802" marT="25901" marB="25901" anchor="ctr">
                    <a:lnL>
                      <a:noFill/>
                    </a:lnL>
                    <a:lnR>
                      <a:noFill/>
                    </a:lnR>
                    <a:lnT>
                      <a:noFill/>
                    </a:lnT>
                    <a:lnB>
                      <a:noFill/>
                    </a:lnB>
                    <a:noFill/>
                  </a:tcPr>
                </a:tc>
                <a:tc>
                  <a:txBody>
                    <a:bodyPr/>
                    <a:lstStyle/>
                    <a:p>
                      <a:pPr>
                        <a:buNone/>
                      </a:pPr>
                      <a:r>
                        <a:rPr lang="en-US" sz="1000"/>
                        <a:t>1.000000</a:t>
                      </a:r>
                    </a:p>
                  </a:txBody>
                  <a:tcPr marL="51802" marR="51802" marT="25901" marB="25901" anchor="ctr">
                    <a:lnL>
                      <a:noFill/>
                    </a:lnL>
                    <a:lnR>
                      <a:noFill/>
                    </a:lnR>
                    <a:lnT>
                      <a:noFill/>
                    </a:lnT>
                    <a:lnB>
                      <a:noFill/>
                    </a:lnB>
                    <a:noFill/>
                  </a:tcPr>
                </a:tc>
                <a:tc>
                  <a:txBody>
                    <a:bodyPr/>
                    <a:lstStyle/>
                    <a:p>
                      <a:pPr>
                        <a:buNone/>
                      </a:pPr>
                      <a:r>
                        <a:rPr lang="en-US" sz="1000"/>
                        <a:t>-3.64</a:t>
                      </a:r>
                    </a:p>
                  </a:txBody>
                  <a:tcPr marL="51802" marR="51802" marT="25901" marB="25901" anchor="ctr">
                    <a:lnL>
                      <a:noFill/>
                    </a:lnL>
                    <a:lnR>
                      <a:noFill/>
                    </a:lnR>
                    <a:lnT>
                      <a:noFill/>
                    </a:lnT>
                    <a:lnB>
                      <a:noFill/>
                    </a:lnB>
                    <a:noFill/>
                  </a:tcPr>
                </a:tc>
                <a:tc>
                  <a:txBody>
                    <a:bodyPr/>
                    <a:lstStyle/>
                    <a:p>
                      <a:pPr>
                        <a:buNone/>
                      </a:pPr>
                      <a:r>
                        <a:rPr lang="en-US" sz="1000"/>
                        <a:t>0.9999</a:t>
                      </a:r>
                    </a:p>
                  </a:txBody>
                  <a:tcPr marL="51802" marR="51802" marT="25901" marB="25901" anchor="ctr">
                    <a:lnL>
                      <a:noFill/>
                    </a:lnL>
                    <a:lnR>
                      <a:noFill/>
                    </a:lnR>
                    <a:lnT>
                      <a:noFill/>
                    </a:lnT>
                    <a:lnB>
                      <a:noFill/>
                    </a:lnB>
                    <a:noFill/>
                  </a:tcPr>
                </a:tc>
                <a:tc>
                  <a:txBody>
                    <a:bodyPr/>
                    <a:lstStyle/>
                    <a:p>
                      <a:pPr>
                        <a:buNone/>
                      </a:pPr>
                      <a:r>
                        <a:rPr lang="en-US" sz="1000" dirty="0"/>
                        <a:t>No significant difference</a:t>
                      </a:r>
                    </a:p>
                  </a:txBody>
                  <a:tcPr marL="51802" marR="51802" marT="25901" marB="25901" anchor="ctr">
                    <a:lnL>
                      <a:noFill/>
                    </a:lnL>
                    <a:lnR>
                      <a:noFill/>
                    </a:lnR>
                    <a:lnT>
                      <a:noFill/>
                    </a:lnT>
                    <a:lnB>
                      <a:noFill/>
                    </a:lnB>
                    <a:noFill/>
                  </a:tcPr>
                </a:tc>
                <a:extLst>
                  <a:ext uri="{0D108BD9-81ED-4DB2-BD59-A6C34878D82A}">
                    <a16:rowId xmlns:a16="http://schemas.microsoft.com/office/drawing/2014/main" val="3225975465"/>
                  </a:ext>
                </a:extLst>
              </a:tr>
            </a:tbl>
          </a:graphicData>
        </a:graphic>
      </p:graphicFrame>
    </p:spTree>
    <p:extLst>
      <p:ext uri="{BB962C8B-B14F-4D97-AF65-F5344CB8AC3E}">
        <p14:creationId xmlns:p14="http://schemas.microsoft.com/office/powerpoint/2010/main" val="1783863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F8CE-8930-E408-2289-A8A7D5899E95}"/>
              </a:ext>
            </a:extLst>
          </p:cNvPr>
          <p:cNvSpPr>
            <a:spLocks noGrp="1"/>
          </p:cNvSpPr>
          <p:nvPr>
            <p:ph type="title"/>
          </p:nvPr>
        </p:nvSpPr>
        <p:spPr/>
        <p:txBody>
          <a:bodyPr/>
          <a:lstStyle/>
          <a:p>
            <a:r>
              <a:rPr lang="en-US" dirty="0"/>
              <a:t>OBJECTID 61 vs CTRL002 - Poisson + z-test</a:t>
            </a:r>
          </a:p>
        </p:txBody>
      </p:sp>
      <p:sp>
        <p:nvSpPr>
          <p:cNvPr id="4" name="Footer Placeholder 3">
            <a:extLst>
              <a:ext uri="{FF2B5EF4-FFF2-40B4-BE49-F238E27FC236}">
                <a16:creationId xmlns:a16="http://schemas.microsoft.com/office/drawing/2014/main" id="{226B61B7-1EC0-52D7-B02E-8BD1B2331E44}"/>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DF71CF1F-9CD0-FBDD-754C-A34097481085}"/>
              </a:ext>
            </a:extLst>
          </p:cNvPr>
          <p:cNvSpPr>
            <a:spLocks noGrp="1"/>
          </p:cNvSpPr>
          <p:nvPr>
            <p:ph type="sldNum" sz="quarter" idx="4"/>
          </p:nvPr>
        </p:nvSpPr>
        <p:spPr/>
        <p:txBody>
          <a:bodyPr/>
          <a:lstStyle/>
          <a:p>
            <a:fld id="{80E8E832-D5BD-E340-9950-DA7B1292B12F}" type="slidenum">
              <a:rPr lang="en-US" smtClean="0"/>
              <a:t>20</a:t>
            </a:fld>
            <a:endParaRPr lang="en-US"/>
          </a:p>
        </p:txBody>
      </p:sp>
      <p:graphicFrame>
        <p:nvGraphicFramePr>
          <p:cNvPr id="8" name="Content Placeholder 7">
            <a:extLst>
              <a:ext uri="{FF2B5EF4-FFF2-40B4-BE49-F238E27FC236}">
                <a16:creationId xmlns:a16="http://schemas.microsoft.com/office/drawing/2014/main" id="{9F562647-2088-1510-AB0D-E175AF4D4473}"/>
              </a:ext>
            </a:extLst>
          </p:cNvPr>
          <p:cNvGraphicFramePr>
            <a:graphicFrameLocks noGrp="1"/>
          </p:cNvGraphicFramePr>
          <p:nvPr>
            <p:ph idx="1"/>
            <p:extLst>
              <p:ext uri="{D42A27DB-BD31-4B8C-83A1-F6EECF244321}">
                <p14:modId xmlns:p14="http://schemas.microsoft.com/office/powerpoint/2010/main" val="85965933"/>
              </p:ext>
            </p:extLst>
          </p:nvPr>
        </p:nvGraphicFramePr>
        <p:xfrm>
          <a:off x="260350" y="1871469"/>
          <a:ext cx="11499851" cy="4351338"/>
        </p:xfrm>
        <a:graphic>
          <a:graphicData uri="http://schemas.openxmlformats.org/drawingml/2006/table">
            <a:tbl>
              <a:tblPr/>
              <a:tblGrid>
                <a:gridCol w="1045441">
                  <a:extLst>
                    <a:ext uri="{9D8B030D-6E8A-4147-A177-3AD203B41FA5}">
                      <a16:colId xmlns:a16="http://schemas.microsoft.com/office/drawing/2014/main" val="313948585"/>
                    </a:ext>
                  </a:extLst>
                </a:gridCol>
                <a:gridCol w="1045441">
                  <a:extLst>
                    <a:ext uri="{9D8B030D-6E8A-4147-A177-3AD203B41FA5}">
                      <a16:colId xmlns:a16="http://schemas.microsoft.com/office/drawing/2014/main" val="3951842989"/>
                    </a:ext>
                  </a:extLst>
                </a:gridCol>
                <a:gridCol w="1045441">
                  <a:extLst>
                    <a:ext uri="{9D8B030D-6E8A-4147-A177-3AD203B41FA5}">
                      <a16:colId xmlns:a16="http://schemas.microsoft.com/office/drawing/2014/main" val="3718204882"/>
                    </a:ext>
                  </a:extLst>
                </a:gridCol>
                <a:gridCol w="1045441">
                  <a:extLst>
                    <a:ext uri="{9D8B030D-6E8A-4147-A177-3AD203B41FA5}">
                      <a16:colId xmlns:a16="http://schemas.microsoft.com/office/drawing/2014/main" val="2937623766"/>
                    </a:ext>
                  </a:extLst>
                </a:gridCol>
                <a:gridCol w="1045441">
                  <a:extLst>
                    <a:ext uri="{9D8B030D-6E8A-4147-A177-3AD203B41FA5}">
                      <a16:colId xmlns:a16="http://schemas.microsoft.com/office/drawing/2014/main" val="2406414247"/>
                    </a:ext>
                  </a:extLst>
                </a:gridCol>
                <a:gridCol w="1045441">
                  <a:extLst>
                    <a:ext uri="{9D8B030D-6E8A-4147-A177-3AD203B41FA5}">
                      <a16:colId xmlns:a16="http://schemas.microsoft.com/office/drawing/2014/main" val="1391654958"/>
                    </a:ext>
                  </a:extLst>
                </a:gridCol>
                <a:gridCol w="1045441">
                  <a:extLst>
                    <a:ext uri="{9D8B030D-6E8A-4147-A177-3AD203B41FA5}">
                      <a16:colId xmlns:a16="http://schemas.microsoft.com/office/drawing/2014/main" val="4179453524"/>
                    </a:ext>
                  </a:extLst>
                </a:gridCol>
                <a:gridCol w="1045441">
                  <a:extLst>
                    <a:ext uri="{9D8B030D-6E8A-4147-A177-3AD203B41FA5}">
                      <a16:colId xmlns:a16="http://schemas.microsoft.com/office/drawing/2014/main" val="2293739317"/>
                    </a:ext>
                  </a:extLst>
                </a:gridCol>
                <a:gridCol w="1045441">
                  <a:extLst>
                    <a:ext uri="{9D8B030D-6E8A-4147-A177-3AD203B41FA5}">
                      <a16:colId xmlns:a16="http://schemas.microsoft.com/office/drawing/2014/main" val="1686783290"/>
                    </a:ext>
                  </a:extLst>
                </a:gridCol>
                <a:gridCol w="1045441">
                  <a:extLst>
                    <a:ext uri="{9D8B030D-6E8A-4147-A177-3AD203B41FA5}">
                      <a16:colId xmlns:a16="http://schemas.microsoft.com/office/drawing/2014/main" val="979467731"/>
                    </a:ext>
                  </a:extLst>
                </a:gridCol>
                <a:gridCol w="1045441">
                  <a:extLst>
                    <a:ext uri="{9D8B030D-6E8A-4147-A177-3AD203B41FA5}">
                      <a16:colId xmlns:a16="http://schemas.microsoft.com/office/drawing/2014/main" val="3672039887"/>
                    </a:ext>
                  </a:extLst>
                </a:gridCol>
              </a:tblGrid>
              <a:tr h="557864">
                <a:tc>
                  <a:txBody>
                    <a:bodyPr/>
                    <a:lstStyle/>
                    <a:p>
                      <a:pPr>
                        <a:buNone/>
                      </a:pPr>
                      <a:r>
                        <a:rPr lang="en-US" sz="1100"/>
                        <a:t>Zone Type</a:t>
                      </a:r>
                    </a:p>
                  </a:txBody>
                  <a:tcPr marL="55786" marR="55786" marT="27893" marB="27893" anchor="ctr">
                    <a:lnL>
                      <a:noFill/>
                    </a:lnL>
                    <a:lnR>
                      <a:noFill/>
                    </a:lnR>
                    <a:lnT>
                      <a:noFill/>
                    </a:lnT>
                    <a:lnB>
                      <a:noFill/>
                    </a:lnB>
                    <a:noFill/>
                  </a:tcPr>
                </a:tc>
                <a:tc>
                  <a:txBody>
                    <a:bodyPr/>
                    <a:lstStyle/>
                    <a:p>
                      <a:pPr>
                        <a:buNone/>
                      </a:pPr>
                      <a:r>
                        <a:rPr lang="en-US" sz="1100"/>
                        <a:t>Truck Crashes</a:t>
                      </a:r>
                    </a:p>
                  </a:txBody>
                  <a:tcPr marL="55786" marR="55786" marT="27893" marB="27893" anchor="ctr">
                    <a:lnL>
                      <a:noFill/>
                    </a:lnL>
                    <a:lnR>
                      <a:noFill/>
                    </a:lnR>
                    <a:lnT>
                      <a:noFill/>
                    </a:lnT>
                    <a:lnB>
                      <a:noFill/>
                    </a:lnB>
                    <a:noFill/>
                  </a:tcPr>
                </a:tc>
                <a:tc>
                  <a:txBody>
                    <a:bodyPr/>
                    <a:lstStyle/>
                    <a:p>
                      <a:pPr>
                        <a:buNone/>
                      </a:pPr>
                      <a:r>
                        <a:rPr lang="en-US" sz="1100"/>
                        <a:t>Truck VMT</a:t>
                      </a:r>
                    </a:p>
                  </a:txBody>
                  <a:tcPr marL="55786" marR="55786" marT="27893" marB="27893" anchor="ctr">
                    <a:lnL>
                      <a:noFill/>
                    </a:lnL>
                    <a:lnR>
                      <a:noFill/>
                    </a:lnR>
                    <a:lnT>
                      <a:noFill/>
                    </a:lnT>
                    <a:lnB>
                      <a:noFill/>
                    </a:lnB>
                    <a:noFill/>
                  </a:tcPr>
                </a:tc>
                <a:tc>
                  <a:txBody>
                    <a:bodyPr/>
                    <a:lstStyle/>
                    <a:p>
                      <a:pPr>
                        <a:buNone/>
                      </a:pPr>
                      <a:r>
                        <a:rPr lang="en-US" sz="1100"/>
                        <a:t>Rate</a:t>
                      </a:r>
                    </a:p>
                  </a:txBody>
                  <a:tcPr marL="55786" marR="55786" marT="27893" marB="27893" anchor="ctr">
                    <a:lnL>
                      <a:noFill/>
                    </a:lnL>
                    <a:lnR>
                      <a:noFill/>
                    </a:lnR>
                    <a:lnT>
                      <a:noFill/>
                    </a:lnT>
                    <a:lnB>
                      <a:noFill/>
                    </a:lnB>
                    <a:noFill/>
                  </a:tcPr>
                </a:tc>
                <a:tc>
                  <a:txBody>
                    <a:bodyPr/>
                    <a:lstStyle/>
                    <a:p>
                      <a:pPr>
                        <a:buNone/>
                      </a:pPr>
                      <a:r>
                        <a:rPr lang="en-US" sz="1100"/>
                        <a:t>Control Crashes</a:t>
                      </a:r>
                    </a:p>
                  </a:txBody>
                  <a:tcPr marL="55786" marR="55786" marT="27893" marB="27893" anchor="ctr">
                    <a:lnL>
                      <a:noFill/>
                    </a:lnL>
                    <a:lnR>
                      <a:noFill/>
                    </a:lnR>
                    <a:lnT>
                      <a:noFill/>
                    </a:lnT>
                    <a:lnB>
                      <a:noFill/>
                    </a:lnB>
                    <a:noFill/>
                  </a:tcPr>
                </a:tc>
                <a:tc>
                  <a:txBody>
                    <a:bodyPr/>
                    <a:lstStyle/>
                    <a:p>
                      <a:pPr>
                        <a:buNone/>
                      </a:pPr>
                      <a:r>
                        <a:rPr lang="en-US" sz="1100"/>
                        <a:t>Control VMT</a:t>
                      </a:r>
                    </a:p>
                  </a:txBody>
                  <a:tcPr marL="55786" marR="55786" marT="27893" marB="27893" anchor="ctr">
                    <a:lnL>
                      <a:noFill/>
                    </a:lnL>
                    <a:lnR>
                      <a:noFill/>
                    </a:lnR>
                    <a:lnT>
                      <a:noFill/>
                    </a:lnT>
                    <a:lnB>
                      <a:noFill/>
                    </a:lnB>
                    <a:noFill/>
                  </a:tcPr>
                </a:tc>
                <a:tc>
                  <a:txBody>
                    <a:bodyPr/>
                    <a:lstStyle/>
                    <a:p>
                      <a:pPr>
                        <a:buNone/>
                      </a:pPr>
                      <a:r>
                        <a:rPr lang="en-US" sz="1100"/>
                        <a:t>Rate</a:t>
                      </a:r>
                    </a:p>
                  </a:txBody>
                  <a:tcPr marL="55786" marR="55786" marT="27893" marB="27893" anchor="ctr">
                    <a:lnL>
                      <a:noFill/>
                    </a:lnL>
                    <a:lnR>
                      <a:noFill/>
                    </a:lnR>
                    <a:lnT>
                      <a:noFill/>
                    </a:lnT>
                    <a:lnB>
                      <a:noFill/>
                    </a:lnB>
                    <a:noFill/>
                  </a:tcPr>
                </a:tc>
                <a:tc>
                  <a:txBody>
                    <a:bodyPr/>
                    <a:lstStyle/>
                    <a:p>
                      <a:pPr>
                        <a:buNone/>
                      </a:pPr>
                      <a:r>
                        <a:rPr lang="en-US" sz="1100"/>
                        <a:t>Poisson P-val</a:t>
                      </a:r>
                    </a:p>
                  </a:txBody>
                  <a:tcPr marL="55786" marR="55786" marT="27893" marB="27893" anchor="ctr">
                    <a:lnL>
                      <a:noFill/>
                    </a:lnL>
                    <a:lnR>
                      <a:noFill/>
                    </a:lnR>
                    <a:lnT>
                      <a:noFill/>
                    </a:lnT>
                    <a:lnB>
                      <a:noFill/>
                    </a:lnB>
                    <a:noFill/>
                  </a:tcPr>
                </a:tc>
                <a:tc>
                  <a:txBody>
                    <a:bodyPr/>
                    <a:lstStyle/>
                    <a:p>
                      <a:pPr>
                        <a:buNone/>
                      </a:pPr>
                      <a:r>
                        <a:rPr lang="en-US" sz="1100"/>
                        <a:t>Z-test Z</a:t>
                      </a:r>
                    </a:p>
                  </a:txBody>
                  <a:tcPr marL="55786" marR="55786" marT="27893" marB="27893" anchor="ctr">
                    <a:lnL>
                      <a:noFill/>
                    </a:lnL>
                    <a:lnR>
                      <a:noFill/>
                    </a:lnR>
                    <a:lnT>
                      <a:noFill/>
                    </a:lnT>
                    <a:lnB>
                      <a:noFill/>
                    </a:lnB>
                    <a:noFill/>
                  </a:tcPr>
                </a:tc>
                <a:tc>
                  <a:txBody>
                    <a:bodyPr/>
                    <a:lstStyle/>
                    <a:p>
                      <a:pPr>
                        <a:buNone/>
                      </a:pPr>
                      <a:r>
                        <a:rPr lang="en-US" sz="1100"/>
                        <a:t>Z-test P-val</a:t>
                      </a:r>
                    </a:p>
                  </a:txBody>
                  <a:tcPr marL="55786" marR="55786" marT="27893" marB="27893" anchor="ctr">
                    <a:lnL>
                      <a:noFill/>
                    </a:lnL>
                    <a:lnR>
                      <a:noFill/>
                    </a:lnR>
                    <a:lnT>
                      <a:noFill/>
                    </a:lnT>
                    <a:lnB>
                      <a:noFill/>
                    </a:lnB>
                    <a:noFill/>
                  </a:tcPr>
                </a:tc>
                <a:tc>
                  <a:txBody>
                    <a:bodyPr/>
                    <a:lstStyle/>
                    <a:p>
                      <a:pPr>
                        <a:buNone/>
                      </a:pPr>
                      <a:r>
                        <a:rPr lang="en-US" sz="1100"/>
                        <a:t>Result</a:t>
                      </a:r>
                    </a:p>
                  </a:txBody>
                  <a:tcPr marL="55786" marR="55786" marT="27893" marB="27893" anchor="ctr">
                    <a:lnL>
                      <a:noFill/>
                    </a:lnL>
                    <a:lnR>
                      <a:noFill/>
                    </a:lnR>
                    <a:lnT>
                      <a:noFill/>
                    </a:lnT>
                    <a:lnB>
                      <a:noFill/>
                    </a:lnB>
                    <a:noFill/>
                  </a:tcPr>
                </a:tc>
                <a:extLst>
                  <a:ext uri="{0D108BD9-81ED-4DB2-BD59-A6C34878D82A}">
                    <a16:rowId xmlns:a16="http://schemas.microsoft.com/office/drawing/2014/main" val="2365959437"/>
                  </a:ext>
                </a:extLst>
              </a:tr>
              <a:tr h="892582">
                <a:tc>
                  <a:txBody>
                    <a:bodyPr/>
                    <a:lstStyle/>
                    <a:p>
                      <a:pPr>
                        <a:buNone/>
                      </a:pPr>
                      <a:r>
                        <a:rPr lang="en-US" sz="1100"/>
                        <a:t>Upstream</a:t>
                      </a:r>
                    </a:p>
                  </a:txBody>
                  <a:tcPr marL="55786" marR="55786" marT="27893" marB="27893" anchor="ctr">
                    <a:lnL>
                      <a:noFill/>
                    </a:lnL>
                    <a:lnR>
                      <a:noFill/>
                    </a:lnR>
                    <a:lnT>
                      <a:noFill/>
                    </a:lnT>
                    <a:lnB>
                      <a:noFill/>
                    </a:lnB>
                    <a:noFill/>
                  </a:tcPr>
                </a:tc>
                <a:tc>
                  <a:txBody>
                    <a:bodyPr/>
                    <a:lstStyle/>
                    <a:p>
                      <a:pPr>
                        <a:buNone/>
                      </a:pPr>
                      <a:r>
                        <a:rPr lang="en-US" sz="1100"/>
                        <a:t>816</a:t>
                      </a:r>
                    </a:p>
                  </a:txBody>
                  <a:tcPr marL="55786" marR="55786" marT="27893" marB="27893" anchor="ctr">
                    <a:lnL>
                      <a:noFill/>
                    </a:lnL>
                    <a:lnR>
                      <a:noFill/>
                    </a:lnR>
                    <a:lnT>
                      <a:noFill/>
                    </a:lnT>
                    <a:lnB>
                      <a:noFill/>
                    </a:lnB>
                    <a:noFill/>
                  </a:tcPr>
                </a:tc>
                <a:tc>
                  <a:txBody>
                    <a:bodyPr/>
                    <a:lstStyle/>
                    <a:p>
                      <a:pPr>
                        <a:buNone/>
                      </a:pPr>
                      <a:r>
                        <a:rPr lang="en-US" sz="1100"/>
                        <a:t>299.73</a:t>
                      </a:r>
                    </a:p>
                  </a:txBody>
                  <a:tcPr marL="55786" marR="55786" marT="27893" marB="27893" anchor="ctr">
                    <a:lnL>
                      <a:noFill/>
                    </a:lnL>
                    <a:lnR>
                      <a:noFill/>
                    </a:lnR>
                    <a:lnT>
                      <a:noFill/>
                    </a:lnT>
                    <a:lnB>
                      <a:noFill/>
                    </a:lnB>
                    <a:noFill/>
                  </a:tcPr>
                </a:tc>
                <a:tc>
                  <a:txBody>
                    <a:bodyPr/>
                    <a:lstStyle/>
                    <a:p>
                      <a:pPr>
                        <a:buNone/>
                      </a:pPr>
                      <a:r>
                        <a:rPr lang="en-US" sz="1100"/>
                        <a:t>2.72</a:t>
                      </a:r>
                    </a:p>
                  </a:txBody>
                  <a:tcPr marL="55786" marR="55786" marT="27893" marB="27893" anchor="ctr">
                    <a:lnL>
                      <a:noFill/>
                    </a:lnL>
                    <a:lnR>
                      <a:noFill/>
                    </a:lnR>
                    <a:lnT>
                      <a:noFill/>
                    </a:lnT>
                    <a:lnB>
                      <a:noFill/>
                    </a:lnB>
                    <a:noFill/>
                  </a:tcPr>
                </a:tc>
                <a:tc>
                  <a:txBody>
                    <a:bodyPr/>
                    <a:lstStyle/>
                    <a:p>
                      <a:pPr>
                        <a:buNone/>
                      </a:pPr>
                      <a:r>
                        <a:rPr lang="en-US" sz="1100"/>
                        <a:t>760</a:t>
                      </a:r>
                    </a:p>
                  </a:txBody>
                  <a:tcPr marL="55786" marR="55786" marT="27893" marB="27893" anchor="ctr">
                    <a:lnL>
                      <a:noFill/>
                    </a:lnL>
                    <a:lnR>
                      <a:noFill/>
                    </a:lnR>
                    <a:lnT>
                      <a:noFill/>
                    </a:lnT>
                    <a:lnB>
                      <a:noFill/>
                    </a:lnB>
                    <a:noFill/>
                  </a:tcPr>
                </a:tc>
                <a:tc>
                  <a:txBody>
                    <a:bodyPr/>
                    <a:lstStyle/>
                    <a:p>
                      <a:pPr>
                        <a:buNone/>
                      </a:pPr>
                      <a:r>
                        <a:rPr lang="en-US" sz="1100"/>
                        <a:t>231.98</a:t>
                      </a:r>
                    </a:p>
                  </a:txBody>
                  <a:tcPr marL="55786" marR="55786" marT="27893" marB="27893" anchor="ctr">
                    <a:lnL>
                      <a:noFill/>
                    </a:lnL>
                    <a:lnR>
                      <a:noFill/>
                    </a:lnR>
                    <a:lnT>
                      <a:noFill/>
                    </a:lnT>
                    <a:lnB>
                      <a:noFill/>
                    </a:lnB>
                    <a:noFill/>
                  </a:tcPr>
                </a:tc>
                <a:tc>
                  <a:txBody>
                    <a:bodyPr/>
                    <a:lstStyle/>
                    <a:p>
                      <a:pPr>
                        <a:buNone/>
                      </a:pPr>
                      <a:r>
                        <a:rPr lang="en-US" sz="1100"/>
                        <a:t>3.28</a:t>
                      </a:r>
                    </a:p>
                  </a:txBody>
                  <a:tcPr marL="55786" marR="55786" marT="27893" marB="27893" anchor="ctr">
                    <a:lnL>
                      <a:noFill/>
                    </a:lnL>
                    <a:lnR>
                      <a:noFill/>
                    </a:lnR>
                    <a:lnT>
                      <a:noFill/>
                    </a:lnT>
                    <a:lnB>
                      <a:noFill/>
                    </a:lnB>
                    <a:noFill/>
                  </a:tcPr>
                </a:tc>
                <a:tc>
                  <a:txBody>
                    <a:bodyPr/>
                    <a:lstStyle/>
                    <a:p>
                      <a:pPr>
                        <a:buNone/>
                      </a:pPr>
                      <a:r>
                        <a:rPr lang="en-US" sz="1100"/>
                        <a:t>1.000000</a:t>
                      </a:r>
                    </a:p>
                  </a:txBody>
                  <a:tcPr marL="55786" marR="55786" marT="27893" marB="27893" anchor="ctr">
                    <a:lnL>
                      <a:noFill/>
                    </a:lnL>
                    <a:lnR>
                      <a:noFill/>
                    </a:lnR>
                    <a:lnT>
                      <a:noFill/>
                    </a:lnT>
                    <a:lnB>
                      <a:noFill/>
                    </a:lnB>
                    <a:noFill/>
                  </a:tcPr>
                </a:tc>
                <a:tc>
                  <a:txBody>
                    <a:bodyPr/>
                    <a:lstStyle/>
                    <a:p>
                      <a:pPr>
                        <a:buNone/>
                      </a:pPr>
                      <a:r>
                        <a:rPr lang="en-US" sz="1100"/>
                        <a:t>-3.67</a:t>
                      </a:r>
                    </a:p>
                  </a:txBody>
                  <a:tcPr marL="55786" marR="55786" marT="27893" marB="27893" anchor="ctr">
                    <a:lnL>
                      <a:noFill/>
                    </a:lnL>
                    <a:lnR>
                      <a:noFill/>
                    </a:lnR>
                    <a:lnT>
                      <a:noFill/>
                    </a:lnT>
                    <a:lnB>
                      <a:noFill/>
                    </a:lnB>
                    <a:noFill/>
                  </a:tcPr>
                </a:tc>
                <a:tc>
                  <a:txBody>
                    <a:bodyPr/>
                    <a:lstStyle/>
                    <a:p>
                      <a:pPr>
                        <a:buNone/>
                      </a:pPr>
                      <a:r>
                        <a:rPr lang="en-US" sz="1100"/>
                        <a:t>0.9999</a:t>
                      </a:r>
                    </a:p>
                  </a:txBody>
                  <a:tcPr marL="55786" marR="55786" marT="27893" marB="27893" anchor="ctr">
                    <a:lnL>
                      <a:noFill/>
                    </a:lnL>
                    <a:lnR>
                      <a:noFill/>
                    </a:lnR>
                    <a:lnT>
                      <a:noFill/>
                    </a:lnT>
                    <a:lnB>
                      <a:noFill/>
                    </a:lnB>
                    <a:noFill/>
                  </a:tcPr>
                </a:tc>
                <a:tc>
                  <a:txBody>
                    <a:bodyPr/>
                    <a:lstStyle/>
                    <a:p>
                      <a:pPr>
                        <a:buNone/>
                      </a:pPr>
                      <a:r>
                        <a:rPr lang="en-US" sz="1100"/>
                        <a:t>No significant difference</a:t>
                      </a:r>
                    </a:p>
                  </a:txBody>
                  <a:tcPr marL="55786" marR="55786" marT="27893" marB="27893" anchor="ctr">
                    <a:lnL>
                      <a:noFill/>
                    </a:lnL>
                    <a:lnR>
                      <a:noFill/>
                    </a:lnR>
                    <a:lnT>
                      <a:noFill/>
                    </a:lnT>
                    <a:lnB>
                      <a:noFill/>
                    </a:lnB>
                    <a:noFill/>
                  </a:tcPr>
                </a:tc>
                <a:extLst>
                  <a:ext uri="{0D108BD9-81ED-4DB2-BD59-A6C34878D82A}">
                    <a16:rowId xmlns:a16="http://schemas.microsoft.com/office/drawing/2014/main" val="242362010"/>
                  </a:ext>
                </a:extLst>
              </a:tr>
              <a:tr h="557864">
                <a:tc>
                  <a:txBody>
                    <a:bodyPr/>
                    <a:lstStyle/>
                    <a:p>
                      <a:pPr>
                        <a:buNone/>
                      </a:pPr>
                      <a:r>
                        <a:rPr lang="en-US" sz="1100"/>
                        <a:t>Downstream</a:t>
                      </a:r>
                    </a:p>
                  </a:txBody>
                  <a:tcPr marL="55786" marR="55786" marT="27893" marB="27893" anchor="ctr">
                    <a:lnL>
                      <a:noFill/>
                    </a:lnL>
                    <a:lnR>
                      <a:noFill/>
                    </a:lnR>
                    <a:lnT>
                      <a:noFill/>
                    </a:lnT>
                    <a:lnB>
                      <a:noFill/>
                    </a:lnB>
                    <a:noFill/>
                  </a:tcPr>
                </a:tc>
                <a:tc>
                  <a:txBody>
                    <a:bodyPr/>
                    <a:lstStyle/>
                    <a:p>
                      <a:pPr>
                        <a:buNone/>
                      </a:pPr>
                      <a:r>
                        <a:rPr lang="en-US" sz="1100"/>
                        <a:t>824</a:t>
                      </a:r>
                    </a:p>
                  </a:txBody>
                  <a:tcPr marL="55786" marR="55786" marT="27893" marB="27893" anchor="ctr">
                    <a:lnL>
                      <a:noFill/>
                    </a:lnL>
                    <a:lnR>
                      <a:noFill/>
                    </a:lnR>
                    <a:lnT>
                      <a:noFill/>
                    </a:lnT>
                    <a:lnB>
                      <a:noFill/>
                    </a:lnB>
                    <a:noFill/>
                  </a:tcPr>
                </a:tc>
                <a:tc>
                  <a:txBody>
                    <a:bodyPr/>
                    <a:lstStyle/>
                    <a:p>
                      <a:pPr>
                        <a:buNone/>
                      </a:pPr>
                      <a:r>
                        <a:rPr lang="en-US" sz="1100"/>
                        <a:t>268.78</a:t>
                      </a:r>
                    </a:p>
                  </a:txBody>
                  <a:tcPr marL="55786" marR="55786" marT="27893" marB="27893" anchor="ctr">
                    <a:lnL>
                      <a:noFill/>
                    </a:lnL>
                    <a:lnR>
                      <a:noFill/>
                    </a:lnR>
                    <a:lnT>
                      <a:noFill/>
                    </a:lnT>
                    <a:lnB>
                      <a:noFill/>
                    </a:lnB>
                    <a:noFill/>
                  </a:tcPr>
                </a:tc>
                <a:tc>
                  <a:txBody>
                    <a:bodyPr/>
                    <a:lstStyle/>
                    <a:p>
                      <a:pPr>
                        <a:buNone/>
                      </a:pPr>
                      <a:r>
                        <a:rPr lang="en-US" sz="1100"/>
                        <a:t>3.07</a:t>
                      </a:r>
                    </a:p>
                  </a:txBody>
                  <a:tcPr marL="55786" marR="55786" marT="27893" marB="27893" anchor="ctr">
                    <a:lnL>
                      <a:noFill/>
                    </a:lnL>
                    <a:lnR>
                      <a:noFill/>
                    </a:lnR>
                    <a:lnT>
                      <a:noFill/>
                    </a:lnT>
                    <a:lnB>
                      <a:noFill/>
                    </a:lnB>
                    <a:noFill/>
                  </a:tcPr>
                </a:tc>
                <a:tc>
                  <a:txBody>
                    <a:bodyPr/>
                    <a:lstStyle/>
                    <a:p>
                      <a:pPr>
                        <a:buNone/>
                      </a:pPr>
                      <a:r>
                        <a:rPr lang="en-US" sz="1100"/>
                        <a:t>863</a:t>
                      </a:r>
                    </a:p>
                  </a:txBody>
                  <a:tcPr marL="55786" marR="55786" marT="27893" marB="27893" anchor="ctr">
                    <a:lnL>
                      <a:noFill/>
                    </a:lnL>
                    <a:lnR>
                      <a:noFill/>
                    </a:lnR>
                    <a:lnT>
                      <a:noFill/>
                    </a:lnT>
                    <a:lnB>
                      <a:noFill/>
                    </a:lnB>
                    <a:noFill/>
                  </a:tcPr>
                </a:tc>
                <a:tc>
                  <a:txBody>
                    <a:bodyPr/>
                    <a:lstStyle/>
                    <a:p>
                      <a:pPr>
                        <a:buNone/>
                      </a:pPr>
                      <a:r>
                        <a:rPr lang="en-US" sz="1100"/>
                        <a:t>1009.62</a:t>
                      </a:r>
                    </a:p>
                  </a:txBody>
                  <a:tcPr marL="55786" marR="55786" marT="27893" marB="27893" anchor="ctr">
                    <a:lnL>
                      <a:noFill/>
                    </a:lnL>
                    <a:lnR>
                      <a:noFill/>
                    </a:lnR>
                    <a:lnT>
                      <a:noFill/>
                    </a:lnT>
                    <a:lnB>
                      <a:noFill/>
                    </a:lnB>
                    <a:noFill/>
                  </a:tcPr>
                </a:tc>
                <a:tc>
                  <a:txBody>
                    <a:bodyPr/>
                    <a:lstStyle/>
                    <a:p>
                      <a:pPr>
                        <a:buNone/>
                      </a:pPr>
                      <a:r>
                        <a:rPr lang="en-US" sz="1100"/>
                        <a:t>0.85</a:t>
                      </a:r>
                    </a:p>
                  </a:txBody>
                  <a:tcPr marL="55786" marR="55786" marT="27893" marB="27893" anchor="ctr">
                    <a:lnL>
                      <a:noFill/>
                    </a:lnL>
                    <a:lnR>
                      <a:noFill/>
                    </a:lnR>
                    <a:lnT>
                      <a:noFill/>
                    </a:lnT>
                    <a:lnB>
                      <a:noFill/>
                    </a:lnB>
                    <a:noFill/>
                  </a:tcPr>
                </a:tc>
                <a:tc>
                  <a:txBody>
                    <a:bodyPr/>
                    <a:lstStyle/>
                    <a:p>
                      <a:pPr>
                        <a:buNone/>
                      </a:pPr>
                      <a:r>
                        <a:rPr lang="en-US" sz="1100"/>
                        <a:t>0.000000</a:t>
                      </a:r>
                    </a:p>
                  </a:txBody>
                  <a:tcPr marL="55786" marR="55786" marT="27893" marB="27893" anchor="ctr">
                    <a:lnL>
                      <a:noFill/>
                    </a:lnL>
                    <a:lnR>
                      <a:noFill/>
                    </a:lnR>
                    <a:lnT>
                      <a:noFill/>
                    </a:lnT>
                    <a:lnB>
                      <a:noFill/>
                    </a:lnB>
                    <a:noFill/>
                  </a:tcPr>
                </a:tc>
                <a:tc>
                  <a:txBody>
                    <a:bodyPr/>
                    <a:lstStyle/>
                    <a:p>
                      <a:pPr>
                        <a:buNone/>
                      </a:pPr>
                      <a:r>
                        <a:rPr lang="en-US" sz="1100"/>
                        <a:t>26.22</a:t>
                      </a:r>
                    </a:p>
                  </a:txBody>
                  <a:tcPr marL="55786" marR="55786" marT="27893" marB="27893" anchor="ctr">
                    <a:lnL>
                      <a:noFill/>
                    </a:lnL>
                    <a:lnR>
                      <a:noFill/>
                    </a:lnR>
                    <a:lnT>
                      <a:noFill/>
                    </a:lnT>
                    <a:lnB>
                      <a:noFill/>
                    </a:lnB>
                    <a:noFill/>
                  </a:tcPr>
                </a:tc>
                <a:tc>
                  <a:txBody>
                    <a:bodyPr/>
                    <a:lstStyle/>
                    <a:p>
                      <a:pPr>
                        <a:buNone/>
                      </a:pPr>
                      <a:r>
                        <a:rPr lang="en-US" sz="1100"/>
                        <a:t>0.000000</a:t>
                      </a:r>
                    </a:p>
                  </a:txBody>
                  <a:tcPr marL="55786" marR="55786" marT="27893" marB="27893" anchor="ctr">
                    <a:lnL>
                      <a:noFill/>
                    </a:lnL>
                    <a:lnR>
                      <a:noFill/>
                    </a:lnR>
                    <a:lnT>
                      <a:noFill/>
                    </a:lnT>
                    <a:lnB>
                      <a:noFill/>
                    </a:lnB>
                    <a:noFill/>
                  </a:tcPr>
                </a:tc>
                <a:tc>
                  <a:txBody>
                    <a:bodyPr/>
                    <a:lstStyle/>
                    <a:p>
                      <a:pPr>
                        <a:buNone/>
                      </a:pPr>
                      <a:r>
                        <a:rPr lang="en-US" sz="1100"/>
                        <a:t>Both significant</a:t>
                      </a:r>
                    </a:p>
                  </a:txBody>
                  <a:tcPr marL="55786" marR="55786" marT="27893" marB="27893" anchor="ctr">
                    <a:lnL>
                      <a:noFill/>
                    </a:lnL>
                    <a:lnR>
                      <a:noFill/>
                    </a:lnR>
                    <a:lnT>
                      <a:noFill/>
                    </a:lnT>
                    <a:lnB>
                      <a:noFill/>
                    </a:lnB>
                    <a:noFill/>
                  </a:tcPr>
                </a:tc>
                <a:extLst>
                  <a:ext uri="{0D108BD9-81ED-4DB2-BD59-A6C34878D82A}">
                    <a16:rowId xmlns:a16="http://schemas.microsoft.com/office/drawing/2014/main" val="3018681491"/>
                  </a:ext>
                </a:extLst>
              </a:tr>
              <a:tr h="557864">
                <a:tc>
                  <a:txBody>
                    <a:bodyPr/>
                    <a:lstStyle/>
                    <a:p>
                      <a:pPr>
                        <a:buNone/>
                      </a:pPr>
                      <a:r>
                        <a:rPr lang="en-US" sz="1100"/>
                        <a:t>Parking Lot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a:t>
                      </a:r>
                    </a:p>
                  </a:txBody>
                  <a:tcPr marL="55786" marR="55786" marT="27893" marB="27893" anchor="ctr">
                    <a:lnL>
                      <a:noFill/>
                    </a:lnL>
                    <a:lnR>
                      <a:noFill/>
                    </a:lnR>
                    <a:lnT>
                      <a:noFill/>
                    </a:lnT>
                    <a:lnB>
                      <a:noFill/>
                    </a:lnB>
                    <a:noFill/>
                  </a:tcPr>
                </a:tc>
                <a:tc>
                  <a:txBody>
                    <a:bodyPr/>
                    <a:lstStyle/>
                    <a:p>
                      <a:pPr>
                        <a:buNone/>
                      </a:pPr>
                      <a:r>
                        <a:rPr lang="en-US" sz="1100"/>
                        <a:t>Insufficient data</a:t>
                      </a:r>
                    </a:p>
                  </a:txBody>
                  <a:tcPr marL="55786" marR="55786" marT="27893" marB="27893" anchor="ctr">
                    <a:lnL>
                      <a:noFill/>
                    </a:lnL>
                    <a:lnR>
                      <a:noFill/>
                    </a:lnR>
                    <a:lnT>
                      <a:noFill/>
                    </a:lnT>
                    <a:lnB>
                      <a:noFill/>
                    </a:lnB>
                    <a:noFill/>
                  </a:tcPr>
                </a:tc>
                <a:extLst>
                  <a:ext uri="{0D108BD9-81ED-4DB2-BD59-A6C34878D82A}">
                    <a16:rowId xmlns:a16="http://schemas.microsoft.com/office/drawing/2014/main" val="419998338"/>
                  </a:ext>
                </a:extLst>
              </a:tr>
              <a:tr h="892582">
                <a:tc>
                  <a:txBody>
                    <a:bodyPr/>
                    <a:lstStyle/>
                    <a:p>
                      <a:pPr>
                        <a:buNone/>
                      </a:pPr>
                      <a:r>
                        <a:rPr lang="en-US" sz="1100"/>
                        <a:t>Upstream: Off-Ramp</a:t>
                      </a:r>
                    </a:p>
                  </a:txBody>
                  <a:tcPr marL="55786" marR="55786" marT="27893" marB="27893" anchor="ctr">
                    <a:lnL>
                      <a:noFill/>
                    </a:lnL>
                    <a:lnR>
                      <a:noFill/>
                    </a:lnR>
                    <a:lnT>
                      <a:noFill/>
                    </a:lnT>
                    <a:lnB>
                      <a:noFill/>
                    </a:lnB>
                    <a:noFill/>
                  </a:tcPr>
                </a:tc>
                <a:tc>
                  <a:txBody>
                    <a:bodyPr/>
                    <a:lstStyle/>
                    <a:p>
                      <a:pPr>
                        <a:buNone/>
                      </a:pPr>
                      <a:r>
                        <a:rPr lang="en-US" sz="1100"/>
                        <a:t>208</a:t>
                      </a:r>
                    </a:p>
                  </a:txBody>
                  <a:tcPr marL="55786" marR="55786" marT="27893" marB="27893" anchor="ctr">
                    <a:lnL>
                      <a:noFill/>
                    </a:lnL>
                    <a:lnR>
                      <a:noFill/>
                    </a:lnR>
                    <a:lnT>
                      <a:noFill/>
                    </a:lnT>
                    <a:lnB>
                      <a:noFill/>
                    </a:lnB>
                    <a:noFill/>
                  </a:tcPr>
                </a:tc>
                <a:tc>
                  <a:txBody>
                    <a:bodyPr/>
                    <a:lstStyle/>
                    <a:p>
                      <a:pPr>
                        <a:buNone/>
                      </a:pPr>
                      <a:r>
                        <a:rPr lang="en-US" sz="1100"/>
                        <a:t>36.89</a:t>
                      </a:r>
                    </a:p>
                  </a:txBody>
                  <a:tcPr marL="55786" marR="55786" marT="27893" marB="27893" anchor="ctr">
                    <a:lnL>
                      <a:noFill/>
                    </a:lnL>
                    <a:lnR>
                      <a:noFill/>
                    </a:lnR>
                    <a:lnT>
                      <a:noFill/>
                    </a:lnT>
                    <a:lnB>
                      <a:noFill/>
                    </a:lnB>
                    <a:noFill/>
                  </a:tcPr>
                </a:tc>
                <a:tc>
                  <a:txBody>
                    <a:bodyPr/>
                    <a:lstStyle/>
                    <a:p>
                      <a:pPr>
                        <a:buNone/>
                      </a:pPr>
                      <a:r>
                        <a:rPr lang="en-US" sz="1100"/>
                        <a:t>5.64</a:t>
                      </a:r>
                    </a:p>
                  </a:txBody>
                  <a:tcPr marL="55786" marR="55786" marT="27893" marB="27893" anchor="ctr">
                    <a:lnL>
                      <a:noFill/>
                    </a:lnL>
                    <a:lnR>
                      <a:noFill/>
                    </a:lnR>
                    <a:lnT>
                      <a:noFill/>
                    </a:lnT>
                    <a:lnB>
                      <a:noFill/>
                    </a:lnB>
                    <a:noFill/>
                  </a:tcPr>
                </a:tc>
                <a:tc>
                  <a:txBody>
                    <a:bodyPr/>
                    <a:lstStyle/>
                    <a:p>
                      <a:pPr>
                        <a:buNone/>
                      </a:pPr>
                      <a:r>
                        <a:rPr lang="en-US" sz="1100"/>
                        <a:t>663</a:t>
                      </a:r>
                    </a:p>
                  </a:txBody>
                  <a:tcPr marL="55786" marR="55786" marT="27893" marB="27893" anchor="ctr">
                    <a:lnL>
                      <a:noFill/>
                    </a:lnL>
                    <a:lnR>
                      <a:noFill/>
                    </a:lnR>
                    <a:lnT>
                      <a:noFill/>
                    </a:lnT>
                    <a:lnB>
                      <a:noFill/>
                    </a:lnB>
                    <a:noFill/>
                  </a:tcPr>
                </a:tc>
                <a:tc>
                  <a:txBody>
                    <a:bodyPr/>
                    <a:lstStyle/>
                    <a:p>
                      <a:pPr>
                        <a:buNone/>
                      </a:pPr>
                      <a:r>
                        <a:rPr lang="en-US" sz="1100"/>
                        <a:t>122.08</a:t>
                      </a:r>
                    </a:p>
                  </a:txBody>
                  <a:tcPr marL="55786" marR="55786" marT="27893" marB="27893" anchor="ctr">
                    <a:lnL>
                      <a:noFill/>
                    </a:lnL>
                    <a:lnR>
                      <a:noFill/>
                    </a:lnR>
                    <a:lnT>
                      <a:noFill/>
                    </a:lnT>
                    <a:lnB>
                      <a:noFill/>
                    </a:lnB>
                    <a:noFill/>
                  </a:tcPr>
                </a:tc>
                <a:tc>
                  <a:txBody>
                    <a:bodyPr/>
                    <a:lstStyle/>
                    <a:p>
                      <a:pPr>
                        <a:buNone/>
                      </a:pPr>
                      <a:r>
                        <a:rPr lang="en-US" sz="1100"/>
                        <a:t>5.43</a:t>
                      </a:r>
                    </a:p>
                  </a:txBody>
                  <a:tcPr marL="55786" marR="55786" marT="27893" marB="27893" anchor="ctr">
                    <a:lnL>
                      <a:noFill/>
                    </a:lnL>
                    <a:lnR>
                      <a:noFill/>
                    </a:lnR>
                    <a:lnT>
                      <a:noFill/>
                    </a:lnT>
                    <a:lnB>
                      <a:noFill/>
                    </a:lnB>
                    <a:noFill/>
                  </a:tcPr>
                </a:tc>
                <a:tc>
                  <a:txBody>
                    <a:bodyPr/>
                    <a:lstStyle/>
                    <a:p>
                      <a:pPr>
                        <a:buNone/>
                      </a:pPr>
                      <a:r>
                        <a:rPr lang="en-US" sz="1100"/>
                        <a:t>0.303942</a:t>
                      </a:r>
                    </a:p>
                  </a:txBody>
                  <a:tcPr marL="55786" marR="55786" marT="27893" marB="27893" anchor="ctr">
                    <a:lnL>
                      <a:noFill/>
                    </a:lnL>
                    <a:lnR>
                      <a:noFill/>
                    </a:lnR>
                    <a:lnT>
                      <a:noFill/>
                    </a:lnT>
                    <a:lnB>
                      <a:noFill/>
                    </a:lnB>
                    <a:noFill/>
                  </a:tcPr>
                </a:tc>
                <a:tc>
                  <a:txBody>
                    <a:bodyPr/>
                    <a:lstStyle/>
                    <a:p>
                      <a:pPr>
                        <a:buNone/>
                      </a:pPr>
                      <a:r>
                        <a:rPr lang="en-US" sz="1100"/>
                        <a:t>0.47</a:t>
                      </a:r>
                    </a:p>
                  </a:txBody>
                  <a:tcPr marL="55786" marR="55786" marT="27893" marB="27893" anchor="ctr">
                    <a:lnL>
                      <a:noFill/>
                    </a:lnL>
                    <a:lnR>
                      <a:noFill/>
                    </a:lnR>
                    <a:lnT>
                      <a:noFill/>
                    </a:lnT>
                    <a:lnB>
                      <a:noFill/>
                    </a:lnB>
                    <a:noFill/>
                  </a:tcPr>
                </a:tc>
                <a:tc>
                  <a:txBody>
                    <a:bodyPr/>
                    <a:lstStyle/>
                    <a:p>
                      <a:pPr>
                        <a:buNone/>
                      </a:pPr>
                      <a:r>
                        <a:rPr lang="en-US" sz="1100"/>
                        <a:t>0.3189</a:t>
                      </a:r>
                    </a:p>
                  </a:txBody>
                  <a:tcPr marL="55786" marR="55786" marT="27893" marB="27893" anchor="ctr">
                    <a:lnL>
                      <a:noFill/>
                    </a:lnL>
                    <a:lnR>
                      <a:noFill/>
                    </a:lnR>
                    <a:lnT>
                      <a:noFill/>
                    </a:lnT>
                    <a:lnB>
                      <a:noFill/>
                    </a:lnB>
                    <a:noFill/>
                  </a:tcPr>
                </a:tc>
                <a:tc>
                  <a:txBody>
                    <a:bodyPr/>
                    <a:lstStyle/>
                    <a:p>
                      <a:pPr>
                        <a:buNone/>
                      </a:pPr>
                      <a:r>
                        <a:rPr lang="en-US" sz="1100"/>
                        <a:t>No significant difference</a:t>
                      </a:r>
                    </a:p>
                  </a:txBody>
                  <a:tcPr marL="55786" marR="55786" marT="27893" marB="27893" anchor="ctr">
                    <a:lnL>
                      <a:noFill/>
                    </a:lnL>
                    <a:lnR>
                      <a:noFill/>
                    </a:lnR>
                    <a:lnT>
                      <a:noFill/>
                    </a:lnT>
                    <a:lnB>
                      <a:noFill/>
                    </a:lnB>
                    <a:noFill/>
                  </a:tcPr>
                </a:tc>
                <a:extLst>
                  <a:ext uri="{0D108BD9-81ED-4DB2-BD59-A6C34878D82A}">
                    <a16:rowId xmlns:a16="http://schemas.microsoft.com/office/drawing/2014/main" val="1186896838"/>
                  </a:ext>
                </a:extLst>
              </a:tr>
              <a:tr h="892582">
                <a:tc>
                  <a:txBody>
                    <a:bodyPr/>
                    <a:lstStyle/>
                    <a:p>
                      <a:pPr>
                        <a:buNone/>
                      </a:pPr>
                      <a:r>
                        <a:rPr lang="en-US" sz="1100"/>
                        <a:t>Downstream: On-Ramp</a:t>
                      </a:r>
                    </a:p>
                  </a:txBody>
                  <a:tcPr marL="55786" marR="55786" marT="27893" marB="27893" anchor="ctr">
                    <a:lnL>
                      <a:noFill/>
                    </a:lnL>
                    <a:lnR>
                      <a:noFill/>
                    </a:lnR>
                    <a:lnT>
                      <a:noFill/>
                    </a:lnT>
                    <a:lnB>
                      <a:noFill/>
                    </a:lnB>
                    <a:noFill/>
                  </a:tcPr>
                </a:tc>
                <a:tc>
                  <a:txBody>
                    <a:bodyPr/>
                    <a:lstStyle/>
                    <a:p>
                      <a:pPr>
                        <a:buNone/>
                      </a:pPr>
                      <a:r>
                        <a:rPr lang="en-US" sz="1100"/>
                        <a:t>189</a:t>
                      </a:r>
                    </a:p>
                  </a:txBody>
                  <a:tcPr marL="55786" marR="55786" marT="27893" marB="27893" anchor="ctr">
                    <a:lnL>
                      <a:noFill/>
                    </a:lnL>
                    <a:lnR>
                      <a:noFill/>
                    </a:lnR>
                    <a:lnT>
                      <a:noFill/>
                    </a:lnT>
                    <a:lnB>
                      <a:noFill/>
                    </a:lnB>
                    <a:noFill/>
                  </a:tcPr>
                </a:tc>
                <a:tc>
                  <a:txBody>
                    <a:bodyPr/>
                    <a:lstStyle/>
                    <a:p>
                      <a:pPr>
                        <a:buNone/>
                      </a:pPr>
                      <a:r>
                        <a:rPr lang="en-US" sz="1100"/>
                        <a:t>57.48</a:t>
                      </a:r>
                    </a:p>
                  </a:txBody>
                  <a:tcPr marL="55786" marR="55786" marT="27893" marB="27893" anchor="ctr">
                    <a:lnL>
                      <a:noFill/>
                    </a:lnL>
                    <a:lnR>
                      <a:noFill/>
                    </a:lnR>
                    <a:lnT>
                      <a:noFill/>
                    </a:lnT>
                    <a:lnB>
                      <a:noFill/>
                    </a:lnB>
                    <a:noFill/>
                  </a:tcPr>
                </a:tc>
                <a:tc>
                  <a:txBody>
                    <a:bodyPr/>
                    <a:lstStyle/>
                    <a:p>
                      <a:pPr>
                        <a:buNone/>
                      </a:pPr>
                      <a:r>
                        <a:rPr lang="en-US" sz="1100"/>
                        <a:t>3.29</a:t>
                      </a:r>
                    </a:p>
                  </a:txBody>
                  <a:tcPr marL="55786" marR="55786" marT="27893" marB="27893" anchor="ctr">
                    <a:lnL>
                      <a:noFill/>
                    </a:lnL>
                    <a:lnR>
                      <a:noFill/>
                    </a:lnR>
                    <a:lnT>
                      <a:noFill/>
                    </a:lnT>
                    <a:lnB>
                      <a:noFill/>
                    </a:lnB>
                    <a:noFill/>
                  </a:tcPr>
                </a:tc>
                <a:tc>
                  <a:txBody>
                    <a:bodyPr/>
                    <a:lstStyle/>
                    <a:p>
                      <a:pPr>
                        <a:buNone/>
                      </a:pPr>
                      <a:r>
                        <a:rPr lang="en-US" sz="1100"/>
                        <a:t>356</a:t>
                      </a:r>
                    </a:p>
                  </a:txBody>
                  <a:tcPr marL="55786" marR="55786" marT="27893" marB="27893" anchor="ctr">
                    <a:lnL>
                      <a:noFill/>
                    </a:lnL>
                    <a:lnR>
                      <a:noFill/>
                    </a:lnR>
                    <a:lnT>
                      <a:noFill/>
                    </a:lnT>
                    <a:lnB>
                      <a:noFill/>
                    </a:lnB>
                    <a:noFill/>
                  </a:tcPr>
                </a:tc>
                <a:tc>
                  <a:txBody>
                    <a:bodyPr/>
                    <a:lstStyle/>
                    <a:p>
                      <a:pPr>
                        <a:buNone/>
                      </a:pPr>
                      <a:r>
                        <a:rPr lang="en-US" sz="1100"/>
                        <a:t>22.48</a:t>
                      </a:r>
                    </a:p>
                  </a:txBody>
                  <a:tcPr marL="55786" marR="55786" marT="27893" marB="27893" anchor="ctr">
                    <a:lnL>
                      <a:noFill/>
                    </a:lnL>
                    <a:lnR>
                      <a:noFill/>
                    </a:lnR>
                    <a:lnT>
                      <a:noFill/>
                    </a:lnT>
                    <a:lnB>
                      <a:noFill/>
                    </a:lnB>
                    <a:noFill/>
                  </a:tcPr>
                </a:tc>
                <a:tc>
                  <a:txBody>
                    <a:bodyPr/>
                    <a:lstStyle/>
                    <a:p>
                      <a:pPr>
                        <a:buNone/>
                      </a:pPr>
                      <a:r>
                        <a:rPr lang="en-US" sz="1100"/>
                        <a:t>15.84</a:t>
                      </a:r>
                    </a:p>
                  </a:txBody>
                  <a:tcPr marL="55786" marR="55786" marT="27893" marB="27893" anchor="ctr">
                    <a:lnL>
                      <a:noFill/>
                    </a:lnL>
                    <a:lnR>
                      <a:noFill/>
                    </a:lnR>
                    <a:lnT>
                      <a:noFill/>
                    </a:lnT>
                    <a:lnB>
                      <a:noFill/>
                    </a:lnB>
                    <a:noFill/>
                  </a:tcPr>
                </a:tc>
                <a:tc>
                  <a:txBody>
                    <a:bodyPr/>
                    <a:lstStyle/>
                    <a:p>
                      <a:pPr>
                        <a:buNone/>
                      </a:pPr>
                      <a:r>
                        <a:rPr lang="en-US" sz="1100"/>
                        <a:t>1.000000</a:t>
                      </a:r>
                    </a:p>
                  </a:txBody>
                  <a:tcPr marL="55786" marR="55786" marT="27893" marB="27893" anchor="ctr">
                    <a:lnL>
                      <a:noFill/>
                    </a:lnL>
                    <a:lnR>
                      <a:noFill/>
                    </a:lnR>
                    <a:lnT>
                      <a:noFill/>
                    </a:lnT>
                    <a:lnB>
                      <a:noFill/>
                    </a:lnB>
                    <a:noFill/>
                  </a:tcPr>
                </a:tc>
                <a:tc>
                  <a:txBody>
                    <a:bodyPr/>
                    <a:lstStyle/>
                    <a:p>
                      <a:pPr>
                        <a:buNone/>
                      </a:pPr>
                      <a:r>
                        <a:rPr lang="en-US" sz="1100"/>
                        <a:t>-17.47</a:t>
                      </a:r>
                    </a:p>
                  </a:txBody>
                  <a:tcPr marL="55786" marR="55786" marT="27893" marB="27893" anchor="ctr">
                    <a:lnL>
                      <a:noFill/>
                    </a:lnL>
                    <a:lnR>
                      <a:noFill/>
                    </a:lnR>
                    <a:lnT>
                      <a:noFill/>
                    </a:lnT>
                    <a:lnB>
                      <a:noFill/>
                    </a:lnB>
                    <a:noFill/>
                  </a:tcPr>
                </a:tc>
                <a:tc>
                  <a:txBody>
                    <a:bodyPr/>
                    <a:lstStyle/>
                    <a:p>
                      <a:pPr>
                        <a:buNone/>
                      </a:pPr>
                      <a:r>
                        <a:rPr lang="en-US" sz="1100"/>
                        <a:t>1.000000</a:t>
                      </a:r>
                    </a:p>
                  </a:txBody>
                  <a:tcPr marL="55786" marR="55786" marT="27893" marB="27893" anchor="ctr">
                    <a:lnL>
                      <a:noFill/>
                    </a:lnL>
                    <a:lnR>
                      <a:noFill/>
                    </a:lnR>
                    <a:lnT>
                      <a:noFill/>
                    </a:lnT>
                    <a:lnB>
                      <a:noFill/>
                    </a:lnB>
                    <a:noFill/>
                  </a:tcPr>
                </a:tc>
                <a:tc>
                  <a:txBody>
                    <a:bodyPr/>
                    <a:lstStyle/>
                    <a:p>
                      <a:pPr>
                        <a:buNone/>
                      </a:pPr>
                      <a:r>
                        <a:rPr lang="en-US" sz="1100" dirty="0"/>
                        <a:t>No significant difference</a:t>
                      </a:r>
                    </a:p>
                  </a:txBody>
                  <a:tcPr marL="55786" marR="55786" marT="27893" marB="27893" anchor="ctr">
                    <a:lnL>
                      <a:noFill/>
                    </a:lnL>
                    <a:lnR>
                      <a:noFill/>
                    </a:lnR>
                    <a:lnT>
                      <a:noFill/>
                    </a:lnT>
                    <a:lnB>
                      <a:noFill/>
                    </a:lnB>
                    <a:noFill/>
                  </a:tcPr>
                </a:tc>
                <a:extLst>
                  <a:ext uri="{0D108BD9-81ED-4DB2-BD59-A6C34878D82A}">
                    <a16:rowId xmlns:a16="http://schemas.microsoft.com/office/drawing/2014/main" val="1951169496"/>
                  </a:ext>
                </a:extLst>
              </a:tr>
            </a:tbl>
          </a:graphicData>
        </a:graphic>
      </p:graphicFrame>
    </p:spTree>
    <p:extLst>
      <p:ext uri="{BB962C8B-B14F-4D97-AF65-F5344CB8AC3E}">
        <p14:creationId xmlns:p14="http://schemas.microsoft.com/office/powerpoint/2010/main" val="3467626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9D41-3157-1F18-6624-6BC0FD964EAD}"/>
              </a:ext>
            </a:extLst>
          </p:cNvPr>
          <p:cNvSpPr>
            <a:spLocks noGrp="1"/>
          </p:cNvSpPr>
          <p:nvPr>
            <p:ph type="title"/>
          </p:nvPr>
        </p:nvSpPr>
        <p:spPr/>
        <p:txBody>
          <a:bodyPr/>
          <a:lstStyle/>
          <a:p>
            <a:r>
              <a:rPr lang="en-US" dirty="0"/>
              <a:t>OBJECTID 12 vs CTRL003 - Poisson + z-test</a:t>
            </a:r>
          </a:p>
        </p:txBody>
      </p:sp>
      <p:sp>
        <p:nvSpPr>
          <p:cNvPr id="4" name="Footer Placeholder 3">
            <a:extLst>
              <a:ext uri="{FF2B5EF4-FFF2-40B4-BE49-F238E27FC236}">
                <a16:creationId xmlns:a16="http://schemas.microsoft.com/office/drawing/2014/main" id="{9FFE046E-5919-7849-40F9-FB45CE2C4B57}"/>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7E07A761-58CE-0ABD-74FE-E7971693E16E}"/>
              </a:ext>
            </a:extLst>
          </p:cNvPr>
          <p:cNvSpPr>
            <a:spLocks noGrp="1"/>
          </p:cNvSpPr>
          <p:nvPr>
            <p:ph type="sldNum" sz="quarter" idx="4"/>
          </p:nvPr>
        </p:nvSpPr>
        <p:spPr/>
        <p:txBody>
          <a:bodyPr/>
          <a:lstStyle/>
          <a:p>
            <a:fld id="{80E8E832-D5BD-E340-9950-DA7B1292B12F}" type="slidenum">
              <a:rPr lang="en-US" smtClean="0"/>
              <a:t>21</a:t>
            </a:fld>
            <a:endParaRPr lang="en-US"/>
          </a:p>
        </p:txBody>
      </p:sp>
      <p:graphicFrame>
        <p:nvGraphicFramePr>
          <p:cNvPr id="8" name="Content Placeholder 7">
            <a:extLst>
              <a:ext uri="{FF2B5EF4-FFF2-40B4-BE49-F238E27FC236}">
                <a16:creationId xmlns:a16="http://schemas.microsoft.com/office/drawing/2014/main" id="{9570E064-E0BC-5BF5-8903-0181278F7375}"/>
              </a:ext>
            </a:extLst>
          </p:cNvPr>
          <p:cNvGraphicFramePr>
            <a:graphicFrameLocks noGrp="1"/>
          </p:cNvGraphicFramePr>
          <p:nvPr>
            <p:ph idx="1"/>
            <p:extLst>
              <p:ext uri="{D42A27DB-BD31-4B8C-83A1-F6EECF244321}">
                <p14:modId xmlns:p14="http://schemas.microsoft.com/office/powerpoint/2010/main" val="2670098576"/>
              </p:ext>
            </p:extLst>
          </p:nvPr>
        </p:nvGraphicFramePr>
        <p:xfrm>
          <a:off x="95250" y="1874837"/>
          <a:ext cx="11925298" cy="4351339"/>
        </p:xfrm>
        <a:graphic>
          <a:graphicData uri="http://schemas.openxmlformats.org/drawingml/2006/table">
            <a:tbl>
              <a:tblPr/>
              <a:tblGrid>
                <a:gridCol w="1084118">
                  <a:extLst>
                    <a:ext uri="{9D8B030D-6E8A-4147-A177-3AD203B41FA5}">
                      <a16:colId xmlns:a16="http://schemas.microsoft.com/office/drawing/2014/main" val="3024225040"/>
                    </a:ext>
                  </a:extLst>
                </a:gridCol>
                <a:gridCol w="1084118">
                  <a:extLst>
                    <a:ext uri="{9D8B030D-6E8A-4147-A177-3AD203B41FA5}">
                      <a16:colId xmlns:a16="http://schemas.microsoft.com/office/drawing/2014/main" val="3409072571"/>
                    </a:ext>
                  </a:extLst>
                </a:gridCol>
                <a:gridCol w="1084118">
                  <a:extLst>
                    <a:ext uri="{9D8B030D-6E8A-4147-A177-3AD203B41FA5}">
                      <a16:colId xmlns:a16="http://schemas.microsoft.com/office/drawing/2014/main" val="233329133"/>
                    </a:ext>
                  </a:extLst>
                </a:gridCol>
                <a:gridCol w="1084118">
                  <a:extLst>
                    <a:ext uri="{9D8B030D-6E8A-4147-A177-3AD203B41FA5}">
                      <a16:colId xmlns:a16="http://schemas.microsoft.com/office/drawing/2014/main" val="837765642"/>
                    </a:ext>
                  </a:extLst>
                </a:gridCol>
                <a:gridCol w="1084118">
                  <a:extLst>
                    <a:ext uri="{9D8B030D-6E8A-4147-A177-3AD203B41FA5}">
                      <a16:colId xmlns:a16="http://schemas.microsoft.com/office/drawing/2014/main" val="3203371937"/>
                    </a:ext>
                  </a:extLst>
                </a:gridCol>
                <a:gridCol w="1084118">
                  <a:extLst>
                    <a:ext uri="{9D8B030D-6E8A-4147-A177-3AD203B41FA5}">
                      <a16:colId xmlns:a16="http://schemas.microsoft.com/office/drawing/2014/main" val="2856102221"/>
                    </a:ext>
                  </a:extLst>
                </a:gridCol>
                <a:gridCol w="1084118">
                  <a:extLst>
                    <a:ext uri="{9D8B030D-6E8A-4147-A177-3AD203B41FA5}">
                      <a16:colId xmlns:a16="http://schemas.microsoft.com/office/drawing/2014/main" val="4058922603"/>
                    </a:ext>
                  </a:extLst>
                </a:gridCol>
                <a:gridCol w="1084118">
                  <a:extLst>
                    <a:ext uri="{9D8B030D-6E8A-4147-A177-3AD203B41FA5}">
                      <a16:colId xmlns:a16="http://schemas.microsoft.com/office/drawing/2014/main" val="3275494302"/>
                    </a:ext>
                  </a:extLst>
                </a:gridCol>
                <a:gridCol w="1084118">
                  <a:extLst>
                    <a:ext uri="{9D8B030D-6E8A-4147-A177-3AD203B41FA5}">
                      <a16:colId xmlns:a16="http://schemas.microsoft.com/office/drawing/2014/main" val="3695154005"/>
                    </a:ext>
                  </a:extLst>
                </a:gridCol>
                <a:gridCol w="1084118">
                  <a:extLst>
                    <a:ext uri="{9D8B030D-6E8A-4147-A177-3AD203B41FA5}">
                      <a16:colId xmlns:a16="http://schemas.microsoft.com/office/drawing/2014/main" val="906170179"/>
                    </a:ext>
                  </a:extLst>
                </a:gridCol>
                <a:gridCol w="1084118">
                  <a:extLst>
                    <a:ext uri="{9D8B030D-6E8A-4147-A177-3AD203B41FA5}">
                      <a16:colId xmlns:a16="http://schemas.microsoft.com/office/drawing/2014/main" val="1786323474"/>
                    </a:ext>
                  </a:extLst>
                </a:gridCol>
              </a:tblGrid>
              <a:tr h="630629">
                <a:tc>
                  <a:txBody>
                    <a:bodyPr/>
                    <a:lstStyle/>
                    <a:p>
                      <a:pPr>
                        <a:buNone/>
                      </a:pPr>
                      <a:r>
                        <a:rPr lang="en-US" sz="1200"/>
                        <a:t>Zone Type</a:t>
                      </a:r>
                    </a:p>
                  </a:txBody>
                  <a:tcPr marL="63063" marR="63063" marT="31531" marB="31531" anchor="ctr">
                    <a:lnL>
                      <a:noFill/>
                    </a:lnL>
                    <a:lnR>
                      <a:noFill/>
                    </a:lnR>
                    <a:lnT>
                      <a:noFill/>
                    </a:lnT>
                    <a:lnB>
                      <a:noFill/>
                    </a:lnB>
                    <a:noFill/>
                  </a:tcPr>
                </a:tc>
                <a:tc>
                  <a:txBody>
                    <a:bodyPr/>
                    <a:lstStyle/>
                    <a:p>
                      <a:pPr>
                        <a:buNone/>
                      </a:pPr>
                      <a:r>
                        <a:rPr lang="en-US" sz="1200"/>
                        <a:t>Truck Crashes</a:t>
                      </a:r>
                    </a:p>
                  </a:txBody>
                  <a:tcPr marL="63063" marR="63063" marT="31531" marB="31531" anchor="ctr">
                    <a:lnL>
                      <a:noFill/>
                    </a:lnL>
                    <a:lnR>
                      <a:noFill/>
                    </a:lnR>
                    <a:lnT>
                      <a:noFill/>
                    </a:lnT>
                    <a:lnB>
                      <a:noFill/>
                    </a:lnB>
                    <a:noFill/>
                  </a:tcPr>
                </a:tc>
                <a:tc>
                  <a:txBody>
                    <a:bodyPr/>
                    <a:lstStyle/>
                    <a:p>
                      <a:pPr>
                        <a:buNone/>
                      </a:pPr>
                      <a:r>
                        <a:rPr lang="en-US" sz="1200"/>
                        <a:t>Truck VMT</a:t>
                      </a:r>
                    </a:p>
                  </a:txBody>
                  <a:tcPr marL="63063" marR="63063" marT="31531" marB="31531" anchor="ctr">
                    <a:lnL>
                      <a:noFill/>
                    </a:lnL>
                    <a:lnR>
                      <a:noFill/>
                    </a:lnR>
                    <a:lnT>
                      <a:noFill/>
                    </a:lnT>
                    <a:lnB>
                      <a:noFill/>
                    </a:lnB>
                    <a:noFill/>
                  </a:tcPr>
                </a:tc>
                <a:tc>
                  <a:txBody>
                    <a:bodyPr/>
                    <a:lstStyle/>
                    <a:p>
                      <a:pPr>
                        <a:buNone/>
                      </a:pPr>
                      <a:r>
                        <a:rPr lang="en-US" sz="1200"/>
                        <a:t>Rate</a:t>
                      </a:r>
                    </a:p>
                  </a:txBody>
                  <a:tcPr marL="63063" marR="63063" marT="31531" marB="31531" anchor="ctr">
                    <a:lnL>
                      <a:noFill/>
                    </a:lnL>
                    <a:lnR>
                      <a:noFill/>
                    </a:lnR>
                    <a:lnT>
                      <a:noFill/>
                    </a:lnT>
                    <a:lnB>
                      <a:noFill/>
                    </a:lnB>
                    <a:noFill/>
                  </a:tcPr>
                </a:tc>
                <a:tc>
                  <a:txBody>
                    <a:bodyPr/>
                    <a:lstStyle/>
                    <a:p>
                      <a:pPr>
                        <a:buNone/>
                      </a:pPr>
                      <a:r>
                        <a:rPr lang="en-US" sz="1200"/>
                        <a:t>Control Crashes</a:t>
                      </a:r>
                    </a:p>
                  </a:txBody>
                  <a:tcPr marL="63063" marR="63063" marT="31531" marB="31531" anchor="ctr">
                    <a:lnL>
                      <a:noFill/>
                    </a:lnL>
                    <a:lnR>
                      <a:noFill/>
                    </a:lnR>
                    <a:lnT>
                      <a:noFill/>
                    </a:lnT>
                    <a:lnB>
                      <a:noFill/>
                    </a:lnB>
                    <a:noFill/>
                  </a:tcPr>
                </a:tc>
                <a:tc>
                  <a:txBody>
                    <a:bodyPr/>
                    <a:lstStyle/>
                    <a:p>
                      <a:pPr>
                        <a:buNone/>
                      </a:pPr>
                      <a:r>
                        <a:rPr lang="en-US" sz="1200"/>
                        <a:t>Control VMT</a:t>
                      </a:r>
                    </a:p>
                  </a:txBody>
                  <a:tcPr marL="63063" marR="63063" marT="31531" marB="31531" anchor="ctr">
                    <a:lnL>
                      <a:noFill/>
                    </a:lnL>
                    <a:lnR>
                      <a:noFill/>
                    </a:lnR>
                    <a:lnT>
                      <a:noFill/>
                    </a:lnT>
                    <a:lnB>
                      <a:noFill/>
                    </a:lnB>
                    <a:noFill/>
                  </a:tcPr>
                </a:tc>
                <a:tc>
                  <a:txBody>
                    <a:bodyPr/>
                    <a:lstStyle/>
                    <a:p>
                      <a:pPr>
                        <a:buNone/>
                      </a:pPr>
                      <a:r>
                        <a:rPr lang="en-US" sz="1200"/>
                        <a:t>Rate</a:t>
                      </a:r>
                    </a:p>
                  </a:txBody>
                  <a:tcPr marL="63063" marR="63063" marT="31531" marB="31531" anchor="ctr">
                    <a:lnL>
                      <a:noFill/>
                    </a:lnL>
                    <a:lnR>
                      <a:noFill/>
                    </a:lnR>
                    <a:lnT>
                      <a:noFill/>
                    </a:lnT>
                    <a:lnB>
                      <a:noFill/>
                    </a:lnB>
                    <a:noFill/>
                  </a:tcPr>
                </a:tc>
                <a:tc>
                  <a:txBody>
                    <a:bodyPr/>
                    <a:lstStyle/>
                    <a:p>
                      <a:pPr>
                        <a:buNone/>
                      </a:pPr>
                      <a:r>
                        <a:rPr lang="en-US" sz="1200"/>
                        <a:t>Poisson P-val</a:t>
                      </a:r>
                    </a:p>
                  </a:txBody>
                  <a:tcPr marL="63063" marR="63063" marT="31531" marB="31531" anchor="ctr">
                    <a:lnL>
                      <a:noFill/>
                    </a:lnL>
                    <a:lnR>
                      <a:noFill/>
                    </a:lnR>
                    <a:lnT>
                      <a:noFill/>
                    </a:lnT>
                    <a:lnB>
                      <a:noFill/>
                    </a:lnB>
                    <a:noFill/>
                  </a:tcPr>
                </a:tc>
                <a:tc>
                  <a:txBody>
                    <a:bodyPr/>
                    <a:lstStyle/>
                    <a:p>
                      <a:pPr>
                        <a:buNone/>
                      </a:pPr>
                      <a:r>
                        <a:rPr lang="en-US" sz="1200"/>
                        <a:t>Z-test Z</a:t>
                      </a:r>
                    </a:p>
                  </a:txBody>
                  <a:tcPr marL="63063" marR="63063" marT="31531" marB="31531" anchor="ctr">
                    <a:lnL>
                      <a:noFill/>
                    </a:lnL>
                    <a:lnR>
                      <a:noFill/>
                    </a:lnR>
                    <a:lnT>
                      <a:noFill/>
                    </a:lnT>
                    <a:lnB>
                      <a:noFill/>
                    </a:lnB>
                    <a:noFill/>
                  </a:tcPr>
                </a:tc>
                <a:tc>
                  <a:txBody>
                    <a:bodyPr/>
                    <a:lstStyle/>
                    <a:p>
                      <a:pPr>
                        <a:buNone/>
                      </a:pPr>
                      <a:r>
                        <a:rPr lang="en-US" sz="1200"/>
                        <a:t>Z-test P-val</a:t>
                      </a:r>
                    </a:p>
                  </a:txBody>
                  <a:tcPr marL="63063" marR="63063" marT="31531" marB="31531" anchor="ctr">
                    <a:lnL>
                      <a:noFill/>
                    </a:lnL>
                    <a:lnR>
                      <a:noFill/>
                    </a:lnR>
                    <a:lnT>
                      <a:noFill/>
                    </a:lnT>
                    <a:lnB>
                      <a:noFill/>
                    </a:lnB>
                    <a:noFill/>
                  </a:tcPr>
                </a:tc>
                <a:tc>
                  <a:txBody>
                    <a:bodyPr/>
                    <a:lstStyle/>
                    <a:p>
                      <a:pPr>
                        <a:buNone/>
                      </a:pPr>
                      <a:r>
                        <a:rPr lang="en-US" sz="1200"/>
                        <a:t>Result</a:t>
                      </a:r>
                    </a:p>
                  </a:txBody>
                  <a:tcPr marL="63063" marR="63063" marT="31531" marB="31531" anchor="ctr">
                    <a:lnL>
                      <a:noFill/>
                    </a:lnL>
                    <a:lnR>
                      <a:noFill/>
                    </a:lnR>
                    <a:lnT>
                      <a:noFill/>
                    </a:lnT>
                    <a:lnB>
                      <a:noFill/>
                    </a:lnB>
                    <a:noFill/>
                  </a:tcPr>
                </a:tc>
                <a:extLst>
                  <a:ext uri="{0D108BD9-81ED-4DB2-BD59-A6C34878D82A}">
                    <a16:rowId xmlns:a16="http://schemas.microsoft.com/office/drawing/2014/main" val="2675846120"/>
                  </a:ext>
                </a:extLst>
              </a:tr>
              <a:tr h="630629">
                <a:tc>
                  <a:txBody>
                    <a:bodyPr/>
                    <a:lstStyle/>
                    <a:p>
                      <a:pPr>
                        <a:buNone/>
                      </a:pPr>
                      <a:r>
                        <a:rPr lang="en-US" sz="1200"/>
                        <a:t>Upstream</a:t>
                      </a:r>
                    </a:p>
                  </a:txBody>
                  <a:tcPr marL="63063" marR="63063" marT="31531" marB="31531" anchor="ctr">
                    <a:lnL>
                      <a:noFill/>
                    </a:lnL>
                    <a:lnR>
                      <a:noFill/>
                    </a:lnR>
                    <a:lnT>
                      <a:noFill/>
                    </a:lnT>
                    <a:lnB>
                      <a:noFill/>
                    </a:lnB>
                    <a:noFill/>
                  </a:tcPr>
                </a:tc>
                <a:tc>
                  <a:txBody>
                    <a:bodyPr/>
                    <a:lstStyle/>
                    <a:p>
                      <a:pPr>
                        <a:buNone/>
                      </a:pPr>
                      <a:r>
                        <a:rPr lang="en-US" sz="1200"/>
                        <a:t>493</a:t>
                      </a:r>
                    </a:p>
                  </a:txBody>
                  <a:tcPr marL="63063" marR="63063" marT="31531" marB="31531" anchor="ctr">
                    <a:lnL>
                      <a:noFill/>
                    </a:lnL>
                    <a:lnR>
                      <a:noFill/>
                    </a:lnR>
                    <a:lnT>
                      <a:noFill/>
                    </a:lnT>
                    <a:lnB>
                      <a:noFill/>
                    </a:lnB>
                    <a:noFill/>
                  </a:tcPr>
                </a:tc>
                <a:tc>
                  <a:txBody>
                    <a:bodyPr/>
                    <a:lstStyle/>
                    <a:p>
                      <a:pPr>
                        <a:buNone/>
                      </a:pPr>
                      <a:r>
                        <a:rPr lang="en-US" sz="1200"/>
                        <a:t>144.28</a:t>
                      </a:r>
                    </a:p>
                  </a:txBody>
                  <a:tcPr marL="63063" marR="63063" marT="31531" marB="31531" anchor="ctr">
                    <a:lnL>
                      <a:noFill/>
                    </a:lnL>
                    <a:lnR>
                      <a:noFill/>
                    </a:lnR>
                    <a:lnT>
                      <a:noFill/>
                    </a:lnT>
                    <a:lnB>
                      <a:noFill/>
                    </a:lnB>
                    <a:noFill/>
                  </a:tcPr>
                </a:tc>
                <a:tc>
                  <a:txBody>
                    <a:bodyPr/>
                    <a:lstStyle/>
                    <a:p>
                      <a:pPr>
                        <a:buNone/>
                      </a:pPr>
                      <a:r>
                        <a:rPr lang="en-US" sz="1200"/>
                        <a:t>3.42</a:t>
                      </a:r>
                    </a:p>
                  </a:txBody>
                  <a:tcPr marL="63063" marR="63063" marT="31531" marB="31531" anchor="ctr">
                    <a:lnL>
                      <a:noFill/>
                    </a:lnL>
                    <a:lnR>
                      <a:noFill/>
                    </a:lnR>
                    <a:lnT>
                      <a:noFill/>
                    </a:lnT>
                    <a:lnB>
                      <a:noFill/>
                    </a:lnB>
                    <a:noFill/>
                  </a:tcPr>
                </a:tc>
                <a:tc>
                  <a:txBody>
                    <a:bodyPr/>
                    <a:lstStyle/>
                    <a:p>
                      <a:pPr>
                        <a:buNone/>
                      </a:pPr>
                      <a:r>
                        <a:rPr lang="en-US" sz="1200"/>
                        <a:t>196</a:t>
                      </a:r>
                    </a:p>
                  </a:txBody>
                  <a:tcPr marL="63063" marR="63063" marT="31531" marB="31531" anchor="ctr">
                    <a:lnL>
                      <a:noFill/>
                    </a:lnL>
                    <a:lnR>
                      <a:noFill/>
                    </a:lnR>
                    <a:lnT>
                      <a:noFill/>
                    </a:lnT>
                    <a:lnB>
                      <a:noFill/>
                    </a:lnB>
                    <a:noFill/>
                  </a:tcPr>
                </a:tc>
                <a:tc>
                  <a:txBody>
                    <a:bodyPr/>
                    <a:lstStyle/>
                    <a:p>
                      <a:pPr>
                        <a:buNone/>
                      </a:pPr>
                      <a:r>
                        <a:rPr lang="en-US" sz="1200"/>
                        <a:t>69.79</a:t>
                      </a:r>
                    </a:p>
                  </a:txBody>
                  <a:tcPr marL="63063" marR="63063" marT="31531" marB="31531" anchor="ctr">
                    <a:lnL>
                      <a:noFill/>
                    </a:lnL>
                    <a:lnR>
                      <a:noFill/>
                    </a:lnR>
                    <a:lnT>
                      <a:noFill/>
                    </a:lnT>
                    <a:lnB>
                      <a:noFill/>
                    </a:lnB>
                    <a:noFill/>
                  </a:tcPr>
                </a:tc>
                <a:tc>
                  <a:txBody>
                    <a:bodyPr/>
                    <a:lstStyle/>
                    <a:p>
                      <a:pPr>
                        <a:buNone/>
                      </a:pPr>
                      <a:r>
                        <a:rPr lang="en-US" sz="1200"/>
                        <a:t>2.81</a:t>
                      </a:r>
                    </a:p>
                  </a:txBody>
                  <a:tcPr marL="63063" marR="63063" marT="31531" marB="31531" anchor="ctr">
                    <a:lnL>
                      <a:noFill/>
                    </a:lnL>
                    <a:lnR>
                      <a:noFill/>
                    </a:lnR>
                    <a:lnT>
                      <a:noFill/>
                    </a:lnT>
                    <a:lnB>
                      <a:noFill/>
                    </a:lnB>
                    <a:noFill/>
                  </a:tcPr>
                </a:tc>
                <a:tc>
                  <a:txBody>
                    <a:bodyPr/>
                    <a:lstStyle/>
                    <a:p>
                      <a:pPr>
                        <a:buNone/>
                      </a:pPr>
                      <a:r>
                        <a:rPr lang="en-US" sz="1200"/>
                        <a:t>0.000013</a:t>
                      </a:r>
                    </a:p>
                  </a:txBody>
                  <a:tcPr marL="63063" marR="63063" marT="31531" marB="31531" anchor="ctr">
                    <a:lnL>
                      <a:noFill/>
                    </a:lnL>
                    <a:lnR>
                      <a:noFill/>
                    </a:lnR>
                    <a:lnT>
                      <a:noFill/>
                    </a:lnT>
                    <a:lnB>
                      <a:noFill/>
                    </a:lnB>
                    <a:noFill/>
                  </a:tcPr>
                </a:tc>
                <a:tc>
                  <a:txBody>
                    <a:bodyPr/>
                    <a:lstStyle/>
                    <a:p>
                      <a:pPr>
                        <a:buNone/>
                      </a:pPr>
                      <a:r>
                        <a:rPr lang="en-US" sz="1200"/>
                        <a:t>2.32</a:t>
                      </a:r>
                    </a:p>
                  </a:txBody>
                  <a:tcPr marL="63063" marR="63063" marT="31531" marB="31531" anchor="ctr">
                    <a:lnL>
                      <a:noFill/>
                    </a:lnL>
                    <a:lnR>
                      <a:noFill/>
                    </a:lnR>
                    <a:lnT>
                      <a:noFill/>
                    </a:lnT>
                    <a:lnB>
                      <a:noFill/>
                    </a:lnB>
                    <a:noFill/>
                  </a:tcPr>
                </a:tc>
                <a:tc>
                  <a:txBody>
                    <a:bodyPr/>
                    <a:lstStyle/>
                    <a:p>
                      <a:pPr>
                        <a:buNone/>
                      </a:pPr>
                      <a:r>
                        <a:rPr lang="en-US" sz="1200"/>
                        <a:t>0.0101</a:t>
                      </a:r>
                    </a:p>
                  </a:txBody>
                  <a:tcPr marL="63063" marR="63063" marT="31531" marB="31531" anchor="ctr">
                    <a:lnL>
                      <a:noFill/>
                    </a:lnL>
                    <a:lnR>
                      <a:noFill/>
                    </a:lnR>
                    <a:lnT>
                      <a:noFill/>
                    </a:lnT>
                    <a:lnB>
                      <a:noFill/>
                    </a:lnB>
                    <a:noFill/>
                  </a:tcPr>
                </a:tc>
                <a:tc>
                  <a:txBody>
                    <a:bodyPr/>
                    <a:lstStyle/>
                    <a:p>
                      <a:pPr>
                        <a:buNone/>
                      </a:pPr>
                      <a:r>
                        <a:rPr lang="en-US" sz="1200"/>
                        <a:t>Both significant</a:t>
                      </a:r>
                    </a:p>
                  </a:txBody>
                  <a:tcPr marL="63063" marR="63063" marT="31531" marB="31531" anchor="ctr">
                    <a:lnL>
                      <a:noFill/>
                    </a:lnL>
                    <a:lnR>
                      <a:noFill/>
                    </a:lnR>
                    <a:lnT>
                      <a:noFill/>
                    </a:lnT>
                    <a:lnB>
                      <a:noFill/>
                    </a:lnB>
                    <a:noFill/>
                  </a:tcPr>
                </a:tc>
                <a:extLst>
                  <a:ext uri="{0D108BD9-81ED-4DB2-BD59-A6C34878D82A}">
                    <a16:rowId xmlns:a16="http://schemas.microsoft.com/office/drawing/2014/main" val="2795428328"/>
                  </a:ext>
                </a:extLst>
              </a:tr>
              <a:tr h="630629">
                <a:tc>
                  <a:txBody>
                    <a:bodyPr/>
                    <a:lstStyle/>
                    <a:p>
                      <a:pPr>
                        <a:buNone/>
                      </a:pPr>
                      <a:r>
                        <a:rPr lang="en-US" sz="1200"/>
                        <a:t>Downstream</a:t>
                      </a:r>
                    </a:p>
                  </a:txBody>
                  <a:tcPr marL="63063" marR="63063" marT="31531" marB="31531" anchor="ctr">
                    <a:lnL>
                      <a:noFill/>
                    </a:lnL>
                    <a:lnR>
                      <a:noFill/>
                    </a:lnR>
                    <a:lnT>
                      <a:noFill/>
                    </a:lnT>
                    <a:lnB>
                      <a:noFill/>
                    </a:lnB>
                    <a:noFill/>
                  </a:tcPr>
                </a:tc>
                <a:tc>
                  <a:txBody>
                    <a:bodyPr/>
                    <a:lstStyle/>
                    <a:p>
                      <a:pPr>
                        <a:buNone/>
                      </a:pPr>
                      <a:r>
                        <a:rPr lang="en-US" sz="1200"/>
                        <a:t>403</a:t>
                      </a:r>
                    </a:p>
                  </a:txBody>
                  <a:tcPr marL="63063" marR="63063" marT="31531" marB="31531" anchor="ctr">
                    <a:lnL>
                      <a:noFill/>
                    </a:lnL>
                    <a:lnR>
                      <a:noFill/>
                    </a:lnR>
                    <a:lnT>
                      <a:noFill/>
                    </a:lnT>
                    <a:lnB>
                      <a:noFill/>
                    </a:lnB>
                    <a:noFill/>
                  </a:tcPr>
                </a:tc>
                <a:tc>
                  <a:txBody>
                    <a:bodyPr/>
                    <a:lstStyle/>
                    <a:p>
                      <a:pPr>
                        <a:buNone/>
                      </a:pPr>
                      <a:r>
                        <a:rPr lang="en-US" sz="1200"/>
                        <a:t>193.59</a:t>
                      </a:r>
                    </a:p>
                  </a:txBody>
                  <a:tcPr marL="63063" marR="63063" marT="31531" marB="31531" anchor="ctr">
                    <a:lnL>
                      <a:noFill/>
                    </a:lnL>
                    <a:lnR>
                      <a:noFill/>
                    </a:lnR>
                    <a:lnT>
                      <a:noFill/>
                    </a:lnT>
                    <a:lnB>
                      <a:noFill/>
                    </a:lnB>
                    <a:noFill/>
                  </a:tcPr>
                </a:tc>
                <a:tc>
                  <a:txBody>
                    <a:bodyPr/>
                    <a:lstStyle/>
                    <a:p>
                      <a:pPr>
                        <a:buNone/>
                      </a:pPr>
                      <a:r>
                        <a:rPr lang="en-US" sz="1200"/>
                        <a:t>2.08</a:t>
                      </a:r>
                    </a:p>
                  </a:txBody>
                  <a:tcPr marL="63063" marR="63063" marT="31531" marB="31531" anchor="ctr">
                    <a:lnL>
                      <a:noFill/>
                    </a:lnL>
                    <a:lnR>
                      <a:noFill/>
                    </a:lnR>
                    <a:lnT>
                      <a:noFill/>
                    </a:lnT>
                    <a:lnB>
                      <a:noFill/>
                    </a:lnB>
                    <a:noFill/>
                  </a:tcPr>
                </a:tc>
                <a:tc>
                  <a:txBody>
                    <a:bodyPr/>
                    <a:lstStyle/>
                    <a:p>
                      <a:pPr>
                        <a:buNone/>
                      </a:pPr>
                      <a:r>
                        <a:rPr lang="en-US" sz="1200"/>
                        <a:t>182</a:t>
                      </a:r>
                    </a:p>
                  </a:txBody>
                  <a:tcPr marL="63063" marR="63063" marT="31531" marB="31531" anchor="ctr">
                    <a:lnL>
                      <a:noFill/>
                    </a:lnL>
                    <a:lnR>
                      <a:noFill/>
                    </a:lnR>
                    <a:lnT>
                      <a:noFill/>
                    </a:lnT>
                    <a:lnB>
                      <a:noFill/>
                    </a:lnB>
                    <a:noFill/>
                  </a:tcPr>
                </a:tc>
                <a:tc>
                  <a:txBody>
                    <a:bodyPr/>
                    <a:lstStyle/>
                    <a:p>
                      <a:pPr>
                        <a:buNone/>
                      </a:pPr>
                      <a:r>
                        <a:rPr lang="en-US" sz="1200"/>
                        <a:t>110.77</a:t>
                      </a:r>
                    </a:p>
                  </a:txBody>
                  <a:tcPr marL="63063" marR="63063" marT="31531" marB="31531" anchor="ctr">
                    <a:lnL>
                      <a:noFill/>
                    </a:lnL>
                    <a:lnR>
                      <a:noFill/>
                    </a:lnR>
                    <a:lnT>
                      <a:noFill/>
                    </a:lnT>
                    <a:lnB>
                      <a:noFill/>
                    </a:lnB>
                    <a:noFill/>
                  </a:tcPr>
                </a:tc>
                <a:tc>
                  <a:txBody>
                    <a:bodyPr/>
                    <a:lstStyle/>
                    <a:p>
                      <a:pPr>
                        <a:buNone/>
                      </a:pPr>
                      <a:r>
                        <a:rPr lang="en-US" sz="1200"/>
                        <a:t>1.64</a:t>
                      </a:r>
                    </a:p>
                  </a:txBody>
                  <a:tcPr marL="63063" marR="63063" marT="31531" marB="31531" anchor="ctr">
                    <a:lnL>
                      <a:noFill/>
                    </a:lnL>
                    <a:lnR>
                      <a:noFill/>
                    </a:lnR>
                    <a:lnT>
                      <a:noFill/>
                    </a:lnT>
                    <a:lnB>
                      <a:noFill/>
                    </a:lnB>
                    <a:noFill/>
                  </a:tcPr>
                </a:tc>
                <a:tc>
                  <a:txBody>
                    <a:bodyPr/>
                    <a:lstStyle/>
                    <a:p>
                      <a:pPr>
                        <a:buNone/>
                      </a:pPr>
                      <a:r>
                        <a:rPr lang="en-US" sz="1200"/>
                        <a:t>0.000003</a:t>
                      </a:r>
                    </a:p>
                  </a:txBody>
                  <a:tcPr marL="63063" marR="63063" marT="31531" marB="31531" anchor="ctr">
                    <a:lnL>
                      <a:noFill/>
                    </a:lnL>
                    <a:lnR>
                      <a:noFill/>
                    </a:lnR>
                    <a:lnT>
                      <a:noFill/>
                    </a:lnT>
                    <a:lnB>
                      <a:noFill/>
                    </a:lnB>
                    <a:noFill/>
                  </a:tcPr>
                </a:tc>
                <a:tc>
                  <a:txBody>
                    <a:bodyPr/>
                    <a:lstStyle/>
                    <a:p>
                      <a:pPr>
                        <a:buNone/>
                      </a:pPr>
                      <a:r>
                        <a:rPr lang="en-US" sz="1200"/>
                        <a:t>2.65</a:t>
                      </a:r>
                    </a:p>
                  </a:txBody>
                  <a:tcPr marL="63063" marR="63063" marT="31531" marB="31531" anchor="ctr">
                    <a:lnL>
                      <a:noFill/>
                    </a:lnL>
                    <a:lnR>
                      <a:noFill/>
                    </a:lnR>
                    <a:lnT>
                      <a:noFill/>
                    </a:lnT>
                    <a:lnB>
                      <a:noFill/>
                    </a:lnB>
                    <a:noFill/>
                  </a:tcPr>
                </a:tc>
                <a:tc>
                  <a:txBody>
                    <a:bodyPr/>
                    <a:lstStyle/>
                    <a:p>
                      <a:pPr>
                        <a:buNone/>
                      </a:pPr>
                      <a:r>
                        <a:rPr lang="en-US" sz="1200"/>
                        <a:t>0.0040</a:t>
                      </a:r>
                    </a:p>
                  </a:txBody>
                  <a:tcPr marL="63063" marR="63063" marT="31531" marB="31531" anchor="ctr">
                    <a:lnL>
                      <a:noFill/>
                    </a:lnL>
                    <a:lnR>
                      <a:noFill/>
                    </a:lnR>
                    <a:lnT>
                      <a:noFill/>
                    </a:lnT>
                    <a:lnB>
                      <a:noFill/>
                    </a:lnB>
                    <a:noFill/>
                  </a:tcPr>
                </a:tc>
                <a:tc>
                  <a:txBody>
                    <a:bodyPr/>
                    <a:lstStyle/>
                    <a:p>
                      <a:pPr>
                        <a:buNone/>
                      </a:pPr>
                      <a:r>
                        <a:rPr lang="en-US" sz="1200"/>
                        <a:t>Both significant</a:t>
                      </a:r>
                    </a:p>
                  </a:txBody>
                  <a:tcPr marL="63063" marR="63063" marT="31531" marB="31531" anchor="ctr">
                    <a:lnL>
                      <a:noFill/>
                    </a:lnL>
                    <a:lnR>
                      <a:noFill/>
                    </a:lnR>
                    <a:lnT>
                      <a:noFill/>
                    </a:lnT>
                    <a:lnB>
                      <a:noFill/>
                    </a:lnB>
                    <a:noFill/>
                  </a:tcPr>
                </a:tc>
                <a:extLst>
                  <a:ext uri="{0D108BD9-81ED-4DB2-BD59-A6C34878D82A}">
                    <a16:rowId xmlns:a16="http://schemas.microsoft.com/office/drawing/2014/main" val="3276764467"/>
                  </a:ext>
                </a:extLst>
              </a:tr>
              <a:tr h="630629">
                <a:tc>
                  <a:txBody>
                    <a:bodyPr/>
                    <a:lstStyle/>
                    <a:p>
                      <a:pPr>
                        <a:buNone/>
                      </a:pPr>
                      <a:r>
                        <a:rPr lang="en-US" sz="1200"/>
                        <a:t>Parking Lot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a:t>
                      </a:r>
                    </a:p>
                  </a:txBody>
                  <a:tcPr marL="63063" marR="63063" marT="31531" marB="31531" anchor="ctr">
                    <a:lnL>
                      <a:noFill/>
                    </a:lnL>
                    <a:lnR>
                      <a:noFill/>
                    </a:lnR>
                    <a:lnT>
                      <a:noFill/>
                    </a:lnT>
                    <a:lnB>
                      <a:noFill/>
                    </a:lnB>
                    <a:noFill/>
                  </a:tcPr>
                </a:tc>
                <a:tc>
                  <a:txBody>
                    <a:bodyPr/>
                    <a:lstStyle/>
                    <a:p>
                      <a:pPr>
                        <a:buNone/>
                      </a:pPr>
                      <a:r>
                        <a:rPr lang="en-US" sz="1200"/>
                        <a:t>Insufficient data</a:t>
                      </a:r>
                    </a:p>
                  </a:txBody>
                  <a:tcPr marL="63063" marR="63063" marT="31531" marB="31531" anchor="ctr">
                    <a:lnL>
                      <a:noFill/>
                    </a:lnL>
                    <a:lnR>
                      <a:noFill/>
                    </a:lnR>
                    <a:lnT>
                      <a:noFill/>
                    </a:lnT>
                    <a:lnB>
                      <a:noFill/>
                    </a:lnB>
                    <a:noFill/>
                  </a:tcPr>
                </a:tc>
                <a:extLst>
                  <a:ext uri="{0D108BD9-81ED-4DB2-BD59-A6C34878D82A}">
                    <a16:rowId xmlns:a16="http://schemas.microsoft.com/office/drawing/2014/main" val="728722532"/>
                  </a:ext>
                </a:extLst>
              </a:tr>
              <a:tr h="1009006">
                <a:tc>
                  <a:txBody>
                    <a:bodyPr/>
                    <a:lstStyle/>
                    <a:p>
                      <a:pPr>
                        <a:buNone/>
                      </a:pPr>
                      <a:r>
                        <a:rPr lang="en-US" sz="1200"/>
                        <a:t>Upstream: Off-Ramp</a:t>
                      </a:r>
                    </a:p>
                  </a:txBody>
                  <a:tcPr marL="63063" marR="63063" marT="31531" marB="31531" anchor="ctr">
                    <a:lnL>
                      <a:noFill/>
                    </a:lnL>
                    <a:lnR>
                      <a:noFill/>
                    </a:lnR>
                    <a:lnT>
                      <a:noFill/>
                    </a:lnT>
                    <a:lnB>
                      <a:noFill/>
                    </a:lnB>
                    <a:noFill/>
                  </a:tcPr>
                </a:tc>
                <a:tc>
                  <a:txBody>
                    <a:bodyPr/>
                    <a:lstStyle/>
                    <a:p>
                      <a:pPr>
                        <a:buNone/>
                      </a:pPr>
                      <a:r>
                        <a:rPr lang="en-US" sz="1200"/>
                        <a:t>34</a:t>
                      </a:r>
                    </a:p>
                  </a:txBody>
                  <a:tcPr marL="63063" marR="63063" marT="31531" marB="31531" anchor="ctr">
                    <a:lnL>
                      <a:noFill/>
                    </a:lnL>
                    <a:lnR>
                      <a:noFill/>
                    </a:lnR>
                    <a:lnT>
                      <a:noFill/>
                    </a:lnT>
                    <a:lnB>
                      <a:noFill/>
                    </a:lnB>
                    <a:noFill/>
                  </a:tcPr>
                </a:tc>
                <a:tc>
                  <a:txBody>
                    <a:bodyPr/>
                    <a:lstStyle/>
                    <a:p>
                      <a:pPr>
                        <a:buNone/>
                      </a:pPr>
                      <a:r>
                        <a:rPr lang="en-US" sz="1200"/>
                        <a:t>5.32</a:t>
                      </a:r>
                    </a:p>
                  </a:txBody>
                  <a:tcPr marL="63063" marR="63063" marT="31531" marB="31531" anchor="ctr">
                    <a:lnL>
                      <a:noFill/>
                    </a:lnL>
                    <a:lnR>
                      <a:noFill/>
                    </a:lnR>
                    <a:lnT>
                      <a:noFill/>
                    </a:lnT>
                    <a:lnB>
                      <a:noFill/>
                    </a:lnB>
                    <a:noFill/>
                  </a:tcPr>
                </a:tc>
                <a:tc>
                  <a:txBody>
                    <a:bodyPr/>
                    <a:lstStyle/>
                    <a:p>
                      <a:pPr>
                        <a:buNone/>
                      </a:pPr>
                      <a:r>
                        <a:rPr lang="en-US" sz="1200"/>
                        <a:t>6.40</a:t>
                      </a:r>
                    </a:p>
                  </a:txBody>
                  <a:tcPr marL="63063" marR="63063" marT="31531" marB="31531" anchor="ctr">
                    <a:lnL>
                      <a:noFill/>
                    </a:lnL>
                    <a:lnR>
                      <a:noFill/>
                    </a:lnR>
                    <a:lnT>
                      <a:noFill/>
                    </a:lnT>
                    <a:lnB>
                      <a:noFill/>
                    </a:lnB>
                    <a:noFill/>
                  </a:tcPr>
                </a:tc>
                <a:tc>
                  <a:txBody>
                    <a:bodyPr/>
                    <a:lstStyle/>
                    <a:p>
                      <a:pPr>
                        <a:buNone/>
                      </a:pPr>
                      <a:r>
                        <a:rPr lang="en-US" sz="1200"/>
                        <a:t>102</a:t>
                      </a:r>
                    </a:p>
                  </a:txBody>
                  <a:tcPr marL="63063" marR="63063" marT="31531" marB="31531" anchor="ctr">
                    <a:lnL>
                      <a:noFill/>
                    </a:lnL>
                    <a:lnR>
                      <a:noFill/>
                    </a:lnR>
                    <a:lnT>
                      <a:noFill/>
                    </a:lnT>
                    <a:lnB>
                      <a:noFill/>
                    </a:lnB>
                    <a:noFill/>
                  </a:tcPr>
                </a:tc>
                <a:tc>
                  <a:txBody>
                    <a:bodyPr/>
                    <a:lstStyle/>
                    <a:p>
                      <a:pPr>
                        <a:buNone/>
                      </a:pPr>
                      <a:r>
                        <a:rPr lang="en-US" sz="1200"/>
                        <a:t>20.07</a:t>
                      </a:r>
                    </a:p>
                  </a:txBody>
                  <a:tcPr marL="63063" marR="63063" marT="31531" marB="31531" anchor="ctr">
                    <a:lnL>
                      <a:noFill/>
                    </a:lnL>
                    <a:lnR>
                      <a:noFill/>
                    </a:lnR>
                    <a:lnT>
                      <a:noFill/>
                    </a:lnT>
                    <a:lnB>
                      <a:noFill/>
                    </a:lnB>
                    <a:noFill/>
                  </a:tcPr>
                </a:tc>
                <a:tc>
                  <a:txBody>
                    <a:bodyPr/>
                    <a:lstStyle/>
                    <a:p>
                      <a:pPr>
                        <a:buNone/>
                      </a:pPr>
                      <a:r>
                        <a:rPr lang="en-US" sz="1200"/>
                        <a:t>5.08</a:t>
                      </a:r>
                    </a:p>
                  </a:txBody>
                  <a:tcPr marL="63063" marR="63063" marT="31531" marB="31531" anchor="ctr">
                    <a:lnL>
                      <a:noFill/>
                    </a:lnL>
                    <a:lnR>
                      <a:noFill/>
                    </a:lnR>
                    <a:lnT>
                      <a:noFill/>
                    </a:lnT>
                    <a:lnB>
                      <a:noFill/>
                    </a:lnB>
                    <a:noFill/>
                  </a:tcPr>
                </a:tc>
                <a:tc>
                  <a:txBody>
                    <a:bodyPr/>
                    <a:lstStyle/>
                    <a:p>
                      <a:pPr>
                        <a:buNone/>
                      </a:pPr>
                      <a:r>
                        <a:rPr lang="en-US" sz="1200"/>
                        <a:t>0.109134</a:t>
                      </a:r>
                    </a:p>
                  </a:txBody>
                  <a:tcPr marL="63063" marR="63063" marT="31531" marB="31531" anchor="ctr">
                    <a:lnL>
                      <a:noFill/>
                    </a:lnL>
                    <a:lnR>
                      <a:noFill/>
                    </a:lnR>
                    <a:lnT>
                      <a:noFill/>
                    </a:lnT>
                    <a:lnB>
                      <a:noFill/>
                    </a:lnB>
                    <a:noFill/>
                  </a:tcPr>
                </a:tc>
                <a:tc>
                  <a:txBody>
                    <a:bodyPr/>
                    <a:lstStyle/>
                    <a:p>
                      <a:pPr>
                        <a:buNone/>
                      </a:pPr>
                      <a:r>
                        <a:rPr lang="en-US" sz="1200"/>
                        <a:t>1.16</a:t>
                      </a:r>
                    </a:p>
                  </a:txBody>
                  <a:tcPr marL="63063" marR="63063" marT="31531" marB="31531" anchor="ctr">
                    <a:lnL>
                      <a:noFill/>
                    </a:lnL>
                    <a:lnR>
                      <a:noFill/>
                    </a:lnR>
                    <a:lnT>
                      <a:noFill/>
                    </a:lnT>
                    <a:lnB>
                      <a:noFill/>
                    </a:lnB>
                    <a:noFill/>
                  </a:tcPr>
                </a:tc>
                <a:tc>
                  <a:txBody>
                    <a:bodyPr/>
                    <a:lstStyle/>
                    <a:p>
                      <a:pPr>
                        <a:buNone/>
                      </a:pPr>
                      <a:r>
                        <a:rPr lang="en-US" sz="1200"/>
                        <a:t>0.1232</a:t>
                      </a:r>
                    </a:p>
                  </a:txBody>
                  <a:tcPr marL="63063" marR="63063" marT="31531" marB="31531" anchor="ctr">
                    <a:lnL>
                      <a:noFill/>
                    </a:lnL>
                    <a:lnR>
                      <a:noFill/>
                    </a:lnR>
                    <a:lnT>
                      <a:noFill/>
                    </a:lnT>
                    <a:lnB>
                      <a:noFill/>
                    </a:lnB>
                    <a:noFill/>
                  </a:tcPr>
                </a:tc>
                <a:tc>
                  <a:txBody>
                    <a:bodyPr/>
                    <a:lstStyle/>
                    <a:p>
                      <a:pPr>
                        <a:buNone/>
                      </a:pPr>
                      <a:r>
                        <a:rPr lang="en-US" sz="1200"/>
                        <a:t>No significant difference</a:t>
                      </a:r>
                    </a:p>
                  </a:txBody>
                  <a:tcPr marL="63063" marR="63063" marT="31531" marB="31531" anchor="ctr">
                    <a:lnL>
                      <a:noFill/>
                    </a:lnL>
                    <a:lnR>
                      <a:noFill/>
                    </a:lnR>
                    <a:lnT>
                      <a:noFill/>
                    </a:lnT>
                    <a:lnB>
                      <a:noFill/>
                    </a:lnB>
                    <a:noFill/>
                  </a:tcPr>
                </a:tc>
                <a:extLst>
                  <a:ext uri="{0D108BD9-81ED-4DB2-BD59-A6C34878D82A}">
                    <a16:rowId xmlns:a16="http://schemas.microsoft.com/office/drawing/2014/main" val="2026669138"/>
                  </a:ext>
                </a:extLst>
              </a:tr>
              <a:tr h="819817">
                <a:tc>
                  <a:txBody>
                    <a:bodyPr/>
                    <a:lstStyle/>
                    <a:p>
                      <a:pPr>
                        <a:buNone/>
                      </a:pPr>
                      <a:r>
                        <a:rPr lang="en-US" sz="1200"/>
                        <a:t>Downstream: On-Ramp</a:t>
                      </a:r>
                    </a:p>
                  </a:txBody>
                  <a:tcPr marL="63063" marR="63063" marT="31531" marB="31531" anchor="ctr">
                    <a:lnL>
                      <a:noFill/>
                    </a:lnL>
                    <a:lnR>
                      <a:noFill/>
                    </a:lnR>
                    <a:lnT>
                      <a:noFill/>
                    </a:lnT>
                    <a:lnB>
                      <a:noFill/>
                    </a:lnB>
                    <a:noFill/>
                  </a:tcPr>
                </a:tc>
                <a:tc>
                  <a:txBody>
                    <a:bodyPr/>
                    <a:lstStyle/>
                    <a:p>
                      <a:pPr>
                        <a:buNone/>
                      </a:pPr>
                      <a:r>
                        <a:rPr lang="en-US" sz="1200"/>
                        <a:t>104</a:t>
                      </a:r>
                    </a:p>
                  </a:txBody>
                  <a:tcPr marL="63063" marR="63063" marT="31531" marB="31531" anchor="ctr">
                    <a:lnL>
                      <a:noFill/>
                    </a:lnL>
                    <a:lnR>
                      <a:noFill/>
                    </a:lnR>
                    <a:lnT>
                      <a:noFill/>
                    </a:lnT>
                    <a:lnB>
                      <a:noFill/>
                    </a:lnB>
                    <a:noFill/>
                  </a:tcPr>
                </a:tc>
                <a:tc>
                  <a:txBody>
                    <a:bodyPr/>
                    <a:lstStyle/>
                    <a:p>
                      <a:pPr>
                        <a:buNone/>
                      </a:pPr>
                      <a:r>
                        <a:rPr lang="en-US" sz="1200"/>
                        <a:t>7.21</a:t>
                      </a:r>
                    </a:p>
                  </a:txBody>
                  <a:tcPr marL="63063" marR="63063" marT="31531" marB="31531" anchor="ctr">
                    <a:lnL>
                      <a:noFill/>
                    </a:lnL>
                    <a:lnR>
                      <a:noFill/>
                    </a:lnR>
                    <a:lnT>
                      <a:noFill/>
                    </a:lnT>
                    <a:lnB>
                      <a:noFill/>
                    </a:lnB>
                    <a:noFill/>
                  </a:tcPr>
                </a:tc>
                <a:tc>
                  <a:txBody>
                    <a:bodyPr/>
                    <a:lstStyle/>
                    <a:p>
                      <a:pPr>
                        <a:buNone/>
                      </a:pPr>
                      <a:r>
                        <a:rPr lang="en-US" sz="1200"/>
                        <a:t>14.43</a:t>
                      </a:r>
                    </a:p>
                  </a:txBody>
                  <a:tcPr marL="63063" marR="63063" marT="31531" marB="31531" anchor="ctr">
                    <a:lnL>
                      <a:noFill/>
                    </a:lnL>
                    <a:lnR>
                      <a:noFill/>
                    </a:lnR>
                    <a:lnT>
                      <a:noFill/>
                    </a:lnT>
                    <a:lnB>
                      <a:noFill/>
                    </a:lnB>
                    <a:noFill/>
                  </a:tcPr>
                </a:tc>
                <a:tc>
                  <a:txBody>
                    <a:bodyPr/>
                    <a:lstStyle/>
                    <a:p>
                      <a:pPr>
                        <a:buNone/>
                      </a:pPr>
                      <a:r>
                        <a:rPr lang="en-US" sz="1200"/>
                        <a:t>86</a:t>
                      </a:r>
                    </a:p>
                  </a:txBody>
                  <a:tcPr marL="63063" marR="63063" marT="31531" marB="31531" anchor="ctr">
                    <a:lnL>
                      <a:noFill/>
                    </a:lnL>
                    <a:lnR>
                      <a:noFill/>
                    </a:lnR>
                    <a:lnT>
                      <a:noFill/>
                    </a:lnT>
                    <a:lnB>
                      <a:noFill/>
                    </a:lnB>
                    <a:noFill/>
                  </a:tcPr>
                </a:tc>
                <a:tc>
                  <a:txBody>
                    <a:bodyPr/>
                    <a:lstStyle/>
                    <a:p>
                      <a:pPr>
                        <a:buNone/>
                      </a:pPr>
                      <a:r>
                        <a:rPr lang="en-US" sz="1200"/>
                        <a:t>40.45</a:t>
                      </a:r>
                    </a:p>
                  </a:txBody>
                  <a:tcPr marL="63063" marR="63063" marT="31531" marB="31531" anchor="ctr">
                    <a:lnL>
                      <a:noFill/>
                    </a:lnL>
                    <a:lnR>
                      <a:noFill/>
                    </a:lnR>
                    <a:lnT>
                      <a:noFill/>
                    </a:lnT>
                    <a:lnB>
                      <a:noFill/>
                    </a:lnB>
                    <a:noFill/>
                  </a:tcPr>
                </a:tc>
                <a:tc>
                  <a:txBody>
                    <a:bodyPr/>
                    <a:lstStyle/>
                    <a:p>
                      <a:pPr>
                        <a:buNone/>
                      </a:pPr>
                      <a:r>
                        <a:rPr lang="en-US" sz="1200"/>
                        <a:t>2.13</a:t>
                      </a:r>
                    </a:p>
                  </a:txBody>
                  <a:tcPr marL="63063" marR="63063" marT="31531" marB="31531" anchor="ctr">
                    <a:lnL>
                      <a:noFill/>
                    </a:lnL>
                    <a:lnR>
                      <a:noFill/>
                    </a:lnR>
                    <a:lnT>
                      <a:noFill/>
                    </a:lnT>
                    <a:lnB>
                      <a:noFill/>
                    </a:lnB>
                    <a:noFill/>
                  </a:tcPr>
                </a:tc>
                <a:tc>
                  <a:txBody>
                    <a:bodyPr/>
                    <a:lstStyle/>
                    <a:p>
                      <a:pPr>
                        <a:buNone/>
                      </a:pPr>
                      <a:r>
                        <a:rPr lang="en-US" sz="1200"/>
                        <a:t>0.000000</a:t>
                      </a:r>
                    </a:p>
                  </a:txBody>
                  <a:tcPr marL="63063" marR="63063" marT="31531" marB="31531" anchor="ctr">
                    <a:lnL>
                      <a:noFill/>
                    </a:lnL>
                    <a:lnR>
                      <a:noFill/>
                    </a:lnR>
                    <a:lnT>
                      <a:noFill/>
                    </a:lnT>
                    <a:lnB>
                      <a:noFill/>
                    </a:lnB>
                    <a:noFill/>
                  </a:tcPr>
                </a:tc>
                <a:tc>
                  <a:txBody>
                    <a:bodyPr/>
                    <a:lstStyle/>
                    <a:p>
                      <a:pPr>
                        <a:buNone/>
                      </a:pPr>
                      <a:r>
                        <a:rPr lang="en-US" sz="1200"/>
                        <a:t>13.14</a:t>
                      </a:r>
                    </a:p>
                  </a:txBody>
                  <a:tcPr marL="63063" marR="63063" marT="31531" marB="31531" anchor="ctr">
                    <a:lnL>
                      <a:noFill/>
                    </a:lnL>
                    <a:lnR>
                      <a:noFill/>
                    </a:lnR>
                    <a:lnT>
                      <a:noFill/>
                    </a:lnT>
                    <a:lnB>
                      <a:noFill/>
                    </a:lnB>
                    <a:noFill/>
                  </a:tcPr>
                </a:tc>
                <a:tc>
                  <a:txBody>
                    <a:bodyPr/>
                    <a:lstStyle/>
                    <a:p>
                      <a:pPr>
                        <a:buNone/>
                      </a:pPr>
                      <a:r>
                        <a:rPr lang="en-US" sz="1200"/>
                        <a:t>0.000000</a:t>
                      </a:r>
                    </a:p>
                  </a:txBody>
                  <a:tcPr marL="63063" marR="63063" marT="31531" marB="31531" anchor="ctr">
                    <a:lnL>
                      <a:noFill/>
                    </a:lnL>
                    <a:lnR>
                      <a:noFill/>
                    </a:lnR>
                    <a:lnT>
                      <a:noFill/>
                    </a:lnT>
                    <a:lnB>
                      <a:noFill/>
                    </a:lnB>
                    <a:noFill/>
                  </a:tcPr>
                </a:tc>
                <a:tc>
                  <a:txBody>
                    <a:bodyPr/>
                    <a:lstStyle/>
                    <a:p>
                      <a:pPr>
                        <a:buNone/>
                      </a:pPr>
                      <a:r>
                        <a:rPr lang="en-US" sz="1200" dirty="0"/>
                        <a:t>Both significant</a:t>
                      </a:r>
                    </a:p>
                  </a:txBody>
                  <a:tcPr marL="63063" marR="63063" marT="31531" marB="31531" anchor="ctr">
                    <a:lnL>
                      <a:noFill/>
                    </a:lnL>
                    <a:lnR>
                      <a:noFill/>
                    </a:lnR>
                    <a:lnT>
                      <a:noFill/>
                    </a:lnT>
                    <a:lnB>
                      <a:noFill/>
                    </a:lnB>
                    <a:noFill/>
                  </a:tcPr>
                </a:tc>
                <a:extLst>
                  <a:ext uri="{0D108BD9-81ED-4DB2-BD59-A6C34878D82A}">
                    <a16:rowId xmlns:a16="http://schemas.microsoft.com/office/drawing/2014/main" val="3201080202"/>
                  </a:ext>
                </a:extLst>
              </a:tr>
            </a:tbl>
          </a:graphicData>
        </a:graphic>
      </p:graphicFrame>
    </p:spTree>
    <p:extLst>
      <p:ext uri="{BB962C8B-B14F-4D97-AF65-F5344CB8AC3E}">
        <p14:creationId xmlns:p14="http://schemas.microsoft.com/office/powerpoint/2010/main" val="1982983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E087-C637-EBBA-FCD7-B28D66002D23}"/>
              </a:ext>
            </a:extLst>
          </p:cNvPr>
          <p:cNvSpPr>
            <a:spLocks noGrp="1"/>
          </p:cNvSpPr>
          <p:nvPr>
            <p:ph type="title"/>
          </p:nvPr>
        </p:nvSpPr>
        <p:spPr/>
        <p:txBody>
          <a:bodyPr/>
          <a:lstStyle/>
          <a:p>
            <a:r>
              <a:rPr lang="en-US" dirty="0"/>
              <a:t>Negative Binomial Model</a:t>
            </a:r>
          </a:p>
        </p:txBody>
      </p:sp>
      <p:sp>
        <p:nvSpPr>
          <p:cNvPr id="4" name="Footer Placeholder 3">
            <a:extLst>
              <a:ext uri="{FF2B5EF4-FFF2-40B4-BE49-F238E27FC236}">
                <a16:creationId xmlns:a16="http://schemas.microsoft.com/office/drawing/2014/main" id="{E4EFACBC-9FDF-5BAB-F60F-3454A5F988B8}"/>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9C004218-D082-9532-BDDE-04926C1294CD}"/>
              </a:ext>
            </a:extLst>
          </p:cNvPr>
          <p:cNvSpPr>
            <a:spLocks noGrp="1"/>
          </p:cNvSpPr>
          <p:nvPr>
            <p:ph type="sldNum" sz="quarter" idx="4"/>
          </p:nvPr>
        </p:nvSpPr>
        <p:spPr/>
        <p:txBody>
          <a:bodyPr/>
          <a:lstStyle/>
          <a:p>
            <a:fld id="{80E8E832-D5BD-E340-9950-DA7B1292B12F}" type="slidenum">
              <a:rPr lang="en-US" smtClean="0"/>
              <a:t>22</a:t>
            </a:fld>
            <a:endParaRPr lang="en-US"/>
          </a:p>
        </p:txBody>
      </p:sp>
      <p:graphicFrame>
        <p:nvGraphicFramePr>
          <p:cNvPr id="8" name="Content Placeholder 7">
            <a:extLst>
              <a:ext uri="{FF2B5EF4-FFF2-40B4-BE49-F238E27FC236}">
                <a16:creationId xmlns:a16="http://schemas.microsoft.com/office/drawing/2014/main" id="{781DC298-148D-EA1A-EDDE-A8EE65A22B57}"/>
              </a:ext>
            </a:extLst>
          </p:cNvPr>
          <p:cNvGraphicFramePr>
            <a:graphicFrameLocks noGrp="1"/>
          </p:cNvGraphicFramePr>
          <p:nvPr>
            <p:ph idx="1"/>
          </p:nvPr>
        </p:nvGraphicFramePr>
        <p:xfrm>
          <a:off x="838200" y="2358866"/>
          <a:ext cx="10515600" cy="3383280"/>
        </p:xfrm>
        <a:graphic>
          <a:graphicData uri="http://schemas.openxmlformats.org/drawingml/2006/table">
            <a:tbl>
              <a:tblPr/>
              <a:tblGrid>
                <a:gridCol w="1752600">
                  <a:extLst>
                    <a:ext uri="{9D8B030D-6E8A-4147-A177-3AD203B41FA5}">
                      <a16:colId xmlns:a16="http://schemas.microsoft.com/office/drawing/2014/main" val="291243824"/>
                    </a:ext>
                  </a:extLst>
                </a:gridCol>
                <a:gridCol w="1752600">
                  <a:extLst>
                    <a:ext uri="{9D8B030D-6E8A-4147-A177-3AD203B41FA5}">
                      <a16:colId xmlns:a16="http://schemas.microsoft.com/office/drawing/2014/main" val="3691530347"/>
                    </a:ext>
                  </a:extLst>
                </a:gridCol>
                <a:gridCol w="1752600">
                  <a:extLst>
                    <a:ext uri="{9D8B030D-6E8A-4147-A177-3AD203B41FA5}">
                      <a16:colId xmlns:a16="http://schemas.microsoft.com/office/drawing/2014/main" val="1731522769"/>
                    </a:ext>
                  </a:extLst>
                </a:gridCol>
                <a:gridCol w="1752600">
                  <a:extLst>
                    <a:ext uri="{9D8B030D-6E8A-4147-A177-3AD203B41FA5}">
                      <a16:colId xmlns:a16="http://schemas.microsoft.com/office/drawing/2014/main" val="190325151"/>
                    </a:ext>
                  </a:extLst>
                </a:gridCol>
                <a:gridCol w="1752600">
                  <a:extLst>
                    <a:ext uri="{9D8B030D-6E8A-4147-A177-3AD203B41FA5}">
                      <a16:colId xmlns:a16="http://schemas.microsoft.com/office/drawing/2014/main" val="3587347408"/>
                    </a:ext>
                  </a:extLst>
                </a:gridCol>
                <a:gridCol w="1752600">
                  <a:extLst>
                    <a:ext uri="{9D8B030D-6E8A-4147-A177-3AD203B41FA5}">
                      <a16:colId xmlns:a16="http://schemas.microsoft.com/office/drawing/2014/main" val="3146350180"/>
                    </a:ext>
                  </a:extLst>
                </a:gridCol>
              </a:tblGrid>
              <a:tr h="0">
                <a:tc>
                  <a:txBody>
                    <a:bodyPr/>
                    <a:lstStyle/>
                    <a:p>
                      <a:pPr>
                        <a:buNone/>
                      </a:pPr>
                      <a:r>
                        <a:rPr lang="en-US"/>
                        <a:t>OBJECTID</a:t>
                      </a:r>
                    </a:p>
                  </a:txBody>
                  <a:tcPr anchor="ctr">
                    <a:lnL>
                      <a:noFill/>
                    </a:lnL>
                    <a:lnR>
                      <a:noFill/>
                    </a:lnR>
                    <a:lnT>
                      <a:noFill/>
                    </a:lnT>
                    <a:lnB>
                      <a:noFill/>
                    </a:lnB>
                    <a:noFill/>
                  </a:tcPr>
                </a:tc>
                <a:tc>
                  <a:txBody>
                    <a:bodyPr/>
                    <a:lstStyle/>
                    <a:p>
                      <a:pPr>
                        <a:buNone/>
                      </a:pPr>
                      <a:r>
                        <a:rPr lang="en-US"/>
                        <a:t>Group Comparison</a:t>
                      </a:r>
                    </a:p>
                  </a:txBody>
                  <a:tcPr anchor="ctr">
                    <a:lnL>
                      <a:noFill/>
                    </a:lnL>
                    <a:lnR>
                      <a:noFill/>
                    </a:lnR>
                    <a:lnT>
                      <a:noFill/>
                    </a:lnT>
                    <a:lnB>
                      <a:noFill/>
                    </a:lnB>
                    <a:noFill/>
                  </a:tcPr>
                </a:tc>
                <a:tc>
                  <a:txBody>
                    <a:bodyPr/>
                    <a:lstStyle/>
                    <a:p>
                      <a:pPr>
                        <a:buNone/>
                      </a:pPr>
                      <a:r>
                        <a:rPr lang="en-US"/>
                        <a:t>Truck Coefficient</a:t>
                      </a:r>
                    </a:p>
                  </a:txBody>
                  <a:tcPr anchor="ctr">
                    <a:lnL>
                      <a:noFill/>
                    </a:lnL>
                    <a:lnR>
                      <a:noFill/>
                    </a:lnR>
                    <a:lnT>
                      <a:noFill/>
                    </a:lnT>
                    <a:lnB>
                      <a:noFill/>
                    </a:lnB>
                    <a:noFill/>
                  </a:tcPr>
                </a:tc>
                <a:tc>
                  <a:txBody>
                    <a:bodyPr/>
                    <a:lstStyle/>
                    <a:p>
                      <a:pPr>
                        <a:buNone/>
                      </a:pPr>
                      <a:r>
                        <a:rPr lang="en-US"/>
                        <a:t>p-value</a:t>
                      </a:r>
                    </a:p>
                  </a:txBody>
                  <a:tcPr anchor="ctr">
                    <a:lnL>
                      <a:noFill/>
                    </a:lnL>
                    <a:lnR>
                      <a:noFill/>
                    </a:lnR>
                    <a:lnT>
                      <a:noFill/>
                    </a:lnT>
                    <a:lnB>
                      <a:noFill/>
                    </a:lnB>
                    <a:noFill/>
                  </a:tcPr>
                </a:tc>
                <a:tc>
                  <a:txBody>
                    <a:bodyPr/>
                    <a:lstStyle/>
                    <a:p>
                      <a:pPr>
                        <a:buNone/>
                      </a:pPr>
                      <a:r>
                        <a:rPr lang="en-US"/>
                        <a:t>Significance</a:t>
                      </a:r>
                    </a:p>
                  </a:txBody>
                  <a:tcPr anchor="ctr">
                    <a:lnL>
                      <a:noFill/>
                    </a:lnL>
                    <a:lnR>
                      <a:noFill/>
                    </a:lnR>
                    <a:lnT>
                      <a:noFill/>
                    </a:lnT>
                    <a:lnB>
                      <a:noFill/>
                    </a:lnB>
                    <a:noFill/>
                  </a:tcPr>
                </a:tc>
                <a:tc>
                  <a:txBody>
                    <a:bodyPr/>
                    <a:lstStyle/>
                    <a:p>
                      <a:pPr>
                        <a:buNone/>
                      </a:pPr>
                      <a:r>
                        <a:rPr lang="en-US"/>
                        <a:t>Interpretation</a:t>
                      </a:r>
                    </a:p>
                  </a:txBody>
                  <a:tcPr anchor="ctr">
                    <a:lnL>
                      <a:noFill/>
                    </a:lnL>
                    <a:lnR>
                      <a:noFill/>
                    </a:lnR>
                    <a:lnT>
                      <a:noFill/>
                    </a:lnT>
                    <a:lnB>
                      <a:noFill/>
                    </a:lnB>
                    <a:noFill/>
                  </a:tcPr>
                </a:tc>
                <a:extLst>
                  <a:ext uri="{0D108BD9-81ED-4DB2-BD59-A6C34878D82A}">
                    <a16:rowId xmlns:a16="http://schemas.microsoft.com/office/drawing/2014/main" val="1090271181"/>
                  </a:ext>
                </a:extLst>
              </a:tr>
              <a:tr h="0">
                <a:tc>
                  <a:txBody>
                    <a:bodyPr/>
                    <a:lstStyle/>
                    <a:p>
                      <a:pPr>
                        <a:buNone/>
                      </a:pPr>
                      <a:r>
                        <a:rPr lang="en-US"/>
                        <a:t>61</a:t>
                      </a:r>
                    </a:p>
                  </a:txBody>
                  <a:tcPr anchor="ctr">
                    <a:lnL>
                      <a:noFill/>
                    </a:lnL>
                    <a:lnR>
                      <a:noFill/>
                    </a:lnR>
                    <a:lnT>
                      <a:noFill/>
                    </a:lnT>
                    <a:lnB>
                      <a:noFill/>
                    </a:lnB>
                    <a:noFill/>
                  </a:tcPr>
                </a:tc>
                <a:tc>
                  <a:txBody>
                    <a:bodyPr/>
                    <a:lstStyle/>
                    <a:p>
                      <a:pPr>
                        <a:buNone/>
                      </a:pPr>
                      <a:r>
                        <a:rPr lang="en-US"/>
                        <a:t>Truck &gt; Control</a:t>
                      </a:r>
                    </a:p>
                  </a:txBody>
                  <a:tcPr anchor="ctr">
                    <a:lnL>
                      <a:noFill/>
                    </a:lnL>
                    <a:lnR>
                      <a:noFill/>
                    </a:lnR>
                    <a:lnT>
                      <a:noFill/>
                    </a:lnT>
                    <a:lnB>
                      <a:noFill/>
                    </a:lnB>
                    <a:noFill/>
                  </a:tcPr>
                </a:tc>
                <a:tc>
                  <a:txBody>
                    <a:bodyPr/>
                    <a:lstStyle/>
                    <a:p>
                      <a:pPr>
                        <a:buNone/>
                      </a:pPr>
                      <a:r>
                        <a:rPr lang="en-US"/>
                        <a:t>+0.0317</a:t>
                      </a:r>
                    </a:p>
                  </a:txBody>
                  <a:tcPr anchor="ctr">
                    <a:lnL>
                      <a:noFill/>
                    </a:lnL>
                    <a:lnR>
                      <a:noFill/>
                    </a:lnR>
                    <a:lnT>
                      <a:noFill/>
                    </a:lnT>
                    <a:lnB>
                      <a:noFill/>
                    </a:lnB>
                    <a:noFill/>
                  </a:tcPr>
                </a:tc>
                <a:tc>
                  <a:txBody>
                    <a:bodyPr/>
                    <a:lstStyle/>
                    <a:p>
                      <a:pPr>
                        <a:buNone/>
                      </a:pPr>
                      <a:r>
                        <a:rPr lang="en-US"/>
                        <a:t>0.446</a:t>
                      </a:r>
                    </a:p>
                  </a:txBody>
                  <a:tcPr anchor="ctr">
                    <a:lnL>
                      <a:noFill/>
                    </a:lnL>
                    <a:lnR>
                      <a:noFill/>
                    </a:lnR>
                    <a:lnT>
                      <a:noFill/>
                    </a:lnT>
                    <a:lnB>
                      <a:noFill/>
                    </a:lnB>
                    <a:noFill/>
                  </a:tcPr>
                </a:tc>
                <a:tc>
                  <a:txBody>
                    <a:bodyPr/>
                    <a:lstStyle/>
                    <a:p>
                      <a:pPr>
                        <a:buNone/>
                      </a:pPr>
                      <a:r>
                        <a:rPr lang="en-US"/>
                        <a:t>Not sig.</a:t>
                      </a:r>
                    </a:p>
                  </a:txBody>
                  <a:tcPr anchor="ctr">
                    <a:lnL>
                      <a:noFill/>
                    </a:lnL>
                    <a:lnR>
                      <a:noFill/>
                    </a:lnR>
                    <a:lnT>
                      <a:noFill/>
                    </a:lnT>
                    <a:lnB>
                      <a:noFill/>
                    </a:lnB>
                    <a:noFill/>
                  </a:tcPr>
                </a:tc>
                <a:tc>
                  <a:txBody>
                    <a:bodyPr/>
                    <a:lstStyle/>
                    <a:p>
                      <a:pPr>
                        <a:buNone/>
                      </a:pPr>
                      <a:r>
                        <a:rPr lang="en-US"/>
                        <a:t>No significant difference in crash rate</a:t>
                      </a:r>
                    </a:p>
                  </a:txBody>
                  <a:tcPr anchor="ctr">
                    <a:lnL>
                      <a:noFill/>
                    </a:lnL>
                    <a:lnR>
                      <a:noFill/>
                    </a:lnR>
                    <a:lnT>
                      <a:noFill/>
                    </a:lnT>
                    <a:lnB>
                      <a:noFill/>
                    </a:lnB>
                    <a:noFill/>
                  </a:tcPr>
                </a:tc>
                <a:extLst>
                  <a:ext uri="{0D108BD9-81ED-4DB2-BD59-A6C34878D82A}">
                    <a16:rowId xmlns:a16="http://schemas.microsoft.com/office/drawing/2014/main" val="2896381430"/>
                  </a:ext>
                </a:extLst>
              </a:tr>
              <a:tr h="0">
                <a:tc>
                  <a:txBody>
                    <a:bodyPr/>
                    <a:lstStyle/>
                    <a:p>
                      <a:pPr>
                        <a:buNone/>
                      </a:pPr>
                      <a:r>
                        <a:rPr lang="en-US"/>
                        <a:t>9</a:t>
                      </a:r>
                    </a:p>
                  </a:txBody>
                  <a:tcPr anchor="ctr">
                    <a:lnL>
                      <a:noFill/>
                    </a:lnL>
                    <a:lnR>
                      <a:noFill/>
                    </a:lnR>
                    <a:lnT>
                      <a:noFill/>
                    </a:lnT>
                    <a:lnB>
                      <a:noFill/>
                    </a:lnB>
                    <a:noFill/>
                  </a:tcPr>
                </a:tc>
                <a:tc>
                  <a:txBody>
                    <a:bodyPr/>
                    <a:lstStyle/>
                    <a:p>
                      <a:pPr>
                        <a:buNone/>
                      </a:pPr>
                      <a:r>
                        <a:rPr lang="en-US"/>
                        <a:t>Truck &lt; Control</a:t>
                      </a:r>
                    </a:p>
                  </a:txBody>
                  <a:tcPr anchor="ctr">
                    <a:lnL>
                      <a:noFill/>
                    </a:lnL>
                    <a:lnR>
                      <a:noFill/>
                    </a:lnR>
                    <a:lnT>
                      <a:noFill/>
                    </a:lnT>
                    <a:lnB>
                      <a:noFill/>
                    </a:lnB>
                    <a:noFill/>
                  </a:tcPr>
                </a:tc>
                <a:tc>
                  <a:txBody>
                    <a:bodyPr/>
                    <a:lstStyle/>
                    <a:p>
                      <a:pPr>
                        <a:buNone/>
                      </a:pPr>
                      <a:r>
                        <a:rPr lang="en-US"/>
                        <a:t>–1.2692</a:t>
                      </a:r>
                    </a:p>
                  </a:txBody>
                  <a:tcPr anchor="ctr">
                    <a:lnL>
                      <a:noFill/>
                    </a:lnL>
                    <a:lnR>
                      <a:noFill/>
                    </a:lnR>
                    <a:lnT>
                      <a:noFill/>
                    </a:lnT>
                    <a:lnB>
                      <a:noFill/>
                    </a:lnB>
                    <a:noFill/>
                  </a:tcPr>
                </a:tc>
                <a:tc>
                  <a:txBody>
                    <a:bodyPr/>
                    <a:lstStyle/>
                    <a:p>
                      <a:pPr>
                        <a:buNone/>
                      </a:pPr>
                      <a:r>
                        <a:rPr lang="en-US"/>
                        <a:t>0.000</a:t>
                      </a:r>
                    </a:p>
                  </a:txBody>
                  <a:tcPr anchor="ctr">
                    <a:lnL>
                      <a:noFill/>
                    </a:lnL>
                    <a:lnR>
                      <a:noFill/>
                    </a:lnR>
                    <a:lnT>
                      <a:noFill/>
                    </a:lnT>
                    <a:lnB>
                      <a:noFill/>
                    </a:lnB>
                    <a:noFill/>
                  </a:tcPr>
                </a:tc>
                <a:tc>
                  <a:txBody>
                    <a:bodyPr/>
                    <a:lstStyle/>
                    <a:p>
                      <a:pPr>
                        <a:buNone/>
                      </a:pPr>
                      <a:r>
                        <a:rPr lang="en-US"/>
                        <a:t>Significant</a:t>
                      </a:r>
                    </a:p>
                  </a:txBody>
                  <a:tcPr anchor="ctr">
                    <a:lnL>
                      <a:noFill/>
                    </a:lnL>
                    <a:lnR>
                      <a:noFill/>
                    </a:lnR>
                    <a:lnT>
                      <a:noFill/>
                    </a:lnT>
                    <a:lnB>
                      <a:noFill/>
                    </a:lnB>
                    <a:noFill/>
                  </a:tcPr>
                </a:tc>
                <a:tc>
                  <a:txBody>
                    <a:bodyPr/>
                    <a:lstStyle/>
                    <a:p>
                      <a:pPr>
                        <a:buNone/>
                      </a:pPr>
                      <a:r>
                        <a:rPr lang="en-US"/>
                        <a:t>Truck zone has a </a:t>
                      </a:r>
                      <a:r>
                        <a:rPr lang="en-US" b="1"/>
                        <a:t>lower</a:t>
                      </a:r>
                      <a:r>
                        <a:rPr lang="en-US"/>
                        <a:t> crash rate</a:t>
                      </a:r>
                    </a:p>
                  </a:txBody>
                  <a:tcPr anchor="ctr">
                    <a:lnL>
                      <a:noFill/>
                    </a:lnL>
                    <a:lnR>
                      <a:noFill/>
                    </a:lnR>
                    <a:lnT>
                      <a:noFill/>
                    </a:lnT>
                    <a:lnB>
                      <a:noFill/>
                    </a:lnB>
                    <a:noFill/>
                  </a:tcPr>
                </a:tc>
                <a:extLst>
                  <a:ext uri="{0D108BD9-81ED-4DB2-BD59-A6C34878D82A}">
                    <a16:rowId xmlns:a16="http://schemas.microsoft.com/office/drawing/2014/main" val="3292750540"/>
                  </a:ext>
                </a:extLst>
              </a:tr>
              <a:tr h="0">
                <a:tc>
                  <a:txBody>
                    <a:bodyPr/>
                    <a:lstStyle/>
                    <a:p>
                      <a:pPr>
                        <a:buNone/>
                      </a:pPr>
                      <a:r>
                        <a:rPr lang="en-US"/>
                        <a:t>12</a:t>
                      </a:r>
                    </a:p>
                  </a:txBody>
                  <a:tcPr anchor="ctr">
                    <a:lnL>
                      <a:noFill/>
                    </a:lnL>
                    <a:lnR>
                      <a:noFill/>
                    </a:lnR>
                    <a:lnT>
                      <a:noFill/>
                    </a:lnT>
                    <a:lnB>
                      <a:noFill/>
                    </a:lnB>
                    <a:noFill/>
                  </a:tcPr>
                </a:tc>
                <a:tc>
                  <a:txBody>
                    <a:bodyPr/>
                    <a:lstStyle/>
                    <a:p>
                      <a:pPr>
                        <a:buNone/>
                      </a:pPr>
                      <a:r>
                        <a:rPr lang="en-US"/>
                        <a:t>Truck &gt; Control</a:t>
                      </a:r>
                    </a:p>
                  </a:txBody>
                  <a:tcPr anchor="ctr">
                    <a:lnL>
                      <a:noFill/>
                    </a:lnL>
                    <a:lnR>
                      <a:noFill/>
                    </a:lnR>
                    <a:lnT>
                      <a:noFill/>
                    </a:lnT>
                    <a:lnB>
                      <a:noFill/>
                    </a:lnB>
                    <a:noFill/>
                  </a:tcPr>
                </a:tc>
                <a:tc>
                  <a:txBody>
                    <a:bodyPr/>
                    <a:lstStyle/>
                    <a:p>
                      <a:pPr>
                        <a:buNone/>
                      </a:pPr>
                      <a:r>
                        <a:rPr lang="en-US"/>
                        <a:t>+0.3623</a:t>
                      </a:r>
                    </a:p>
                  </a:txBody>
                  <a:tcPr anchor="ctr">
                    <a:lnL>
                      <a:noFill/>
                    </a:lnL>
                    <a:lnR>
                      <a:noFill/>
                    </a:lnR>
                    <a:lnT>
                      <a:noFill/>
                    </a:lnT>
                    <a:lnB>
                      <a:noFill/>
                    </a:lnB>
                    <a:noFill/>
                  </a:tcPr>
                </a:tc>
                <a:tc>
                  <a:txBody>
                    <a:bodyPr/>
                    <a:lstStyle/>
                    <a:p>
                      <a:pPr>
                        <a:buNone/>
                      </a:pPr>
                      <a:r>
                        <a:rPr lang="en-US"/>
                        <a:t>0.000</a:t>
                      </a:r>
                    </a:p>
                  </a:txBody>
                  <a:tcPr anchor="ctr">
                    <a:lnL>
                      <a:noFill/>
                    </a:lnL>
                    <a:lnR>
                      <a:noFill/>
                    </a:lnR>
                    <a:lnT>
                      <a:noFill/>
                    </a:lnT>
                    <a:lnB>
                      <a:noFill/>
                    </a:lnB>
                    <a:noFill/>
                  </a:tcPr>
                </a:tc>
                <a:tc>
                  <a:txBody>
                    <a:bodyPr/>
                    <a:lstStyle/>
                    <a:p>
                      <a:pPr>
                        <a:buNone/>
                      </a:pPr>
                      <a:r>
                        <a:rPr lang="en-US"/>
                        <a:t>Significant</a:t>
                      </a:r>
                    </a:p>
                  </a:txBody>
                  <a:tcPr anchor="ctr">
                    <a:lnL>
                      <a:noFill/>
                    </a:lnL>
                    <a:lnR>
                      <a:noFill/>
                    </a:lnR>
                    <a:lnT>
                      <a:noFill/>
                    </a:lnT>
                    <a:lnB>
                      <a:noFill/>
                    </a:lnB>
                    <a:noFill/>
                  </a:tcPr>
                </a:tc>
                <a:tc>
                  <a:txBody>
                    <a:bodyPr/>
                    <a:lstStyle/>
                    <a:p>
                      <a:pPr>
                        <a:buNone/>
                      </a:pPr>
                      <a:r>
                        <a:rPr lang="en-US" dirty="0"/>
                        <a:t>Truck zone has a </a:t>
                      </a:r>
                      <a:r>
                        <a:rPr lang="en-US" b="1" dirty="0"/>
                        <a:t>higher</a:t>
                      </a:r>
                      <a:r>
                        <a:rPr lang="en-US" dirty="0"/>
                        <a:t> crash rate</a:t>
                      </a:r>
                    </a:p>
                  </a:txBody>
                  <a:tcPr anchor="ctr">
                    <a:lnL>
                      <a:noFill/>
                    </a:lnL>
                    <a:lnR>
                      <a:noFill/>
                    </a:lnR>
                    <a:lnT>
                      <a:noFill/>
                    </a:lnT>
                    <a:lnB>
                      <a:noFill/>
                    </a:lnB>
                    <a:noFill/>
                  </a:tcPr>
                </a:tc>
                <a:extLst>
                  <a:ext uri="{0D108BD9-81ED-4DB2-BD59-A6C34878D82A}">
                    <a16:rowId xmlns:a16="http://schemas.microsoft.com/office/drawing/2014/main" val="2752687622"/>
                  </a:ext>
                </a:extLst>
              </a:tr>
            </a:tbl>
          </a:graphicData>
        </a:graphic>
      </p:graphicFrame>
    </p:spTree>
    <p:extLst>
      <p:ext uri="{BB962C8B-B14F-4D97-AF65-F5344CB8AC3E}">
        <p14:creationId xmlns:p14="http://schemas.microsoft.com/office/powerpoint/2010/main" val="3397461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B13A-7752-ECE7-B13C-9FC1C752E6E7}"/>
              </a:ext>
            </a:extLst>
          </p:cNvPr>
          <p:cNvSpPr>
            <a:spLocks noGrp="1"/>
          </p:cNvSpPr>
          <p:nvPr>
            <p:ph type="title"/>
          </p:nvPr>
        </p:nvSpPr>
        <p:spPr/>
        <p:txBody>
          <a:bodyPr/>
          <a:lstStyle/>
          <a:p>
            <a:r>
              <a:rPr lang="en-US" dirty="0"/>
              <a:t>Negative Binomial Model – Per Zone</a:t>
            </a:r>
          </a:p>
        </p:txBody>
      </p:sp>
      <p:sp>
        <p:nvSpPr>
          <p:cNvPr id="4" name="Footer Placeholder 3">
            <a:extLst>
              <a:ext uri="{FF2B5EF4-FFF2-40B4-BE49-F238E27FC236}">
                <a16:creationId xmlns:a16="http://schemas.microsoft.com/office/drawing/2014/main" id="{69BE3C77-6022-7506-7ADD-BD382763D711}"/>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7F09D3E2-6BAF-C206-B784-0EF985D92AFC}"/>
              </a:ext>
            </a:extLst>
          </p:cNvPr>
          <p:cNvSpPr>
            <a:spLocks noGrp="1"/>
          </p:cNvSpPr>
          <p:nvPr>
            <p:ph type="sldNum" sz="quarter" idx="4"/>
          </p:nvPr>
        </p:nvSpPr>
        <p:spPr/>
        <p:txBody>
          <a:bodyPr/>
          <a:lstStyle/>
          <a:p>
            <a:fld id="{80E8E832-D5BD-E340-9950-DA7B1292B12F}" type="slidenum">
              <a:rPr lang="en-US" smtClean="0"/>
              <a:t>23</a:t>
            </a:fld>
            <a:endParaRPr lang="en-US"/>
          </a:p>
        </p:txBody>
      </p:sp>
      <p:graphicFrame>
        <p:nvGraphicFramePr>
          <p:cNvPr id="12" name="Content Placeholder 11">
            <a:extLst>
              <a:ext uri="{FF2B5EF4-FFF2-40B4-BE49-F238E27FC236}">
                <a16:creationId xmlns:a16="http://schemas.microsoft.com/office/drawing/2014/main" id="{DD8761FF-75CE-A16B-5E14-CD39AA65B906}"/>
              </a:ext>
            </a:extLst>
          </p:cNvPr>
          <p:cNvGraphicFramePr>
            <a:graphicFrameLocks noGrp="1"/>
          </p:cNvGraphicFramePr>
          <p:nvPr>
            <p:ph idx="1"/>
            <p:extLst>
              <p:ext uri="{D42A27DB-BD31-4B8C-83A1-F6EECF244321}">
                <p14:modId xmlns:p14="http://schemas.microsoft.com/office/powerpoint/2010/main" val="458266316"/>
              </p:ext>
            </p:extLst>
          </p:nvPr>
        </p:nvGraphicFramePr>
        <p:xfrm>
          <a:off x="95250" y="1819497"/>
          <a:ext cx="11728450" cy="4425126"/>
        </p:xfrm>
        <a:graphic>
          <a:graphicData uri="http://schemas.openxmlformats.org/drawingml/2006/table">
            <a:tbl>
              <a:tblPr/>
              <a:tblGrid>
                <a:gridCol w="2345690">
                  <a:extLst>
                    <a:ext uri="{9D8B030D-6E8A-4147-A177-3AD203B41FA5}">
                      <a16:colId xmlns:a16="http://schemas.microsoft.com/office/drawing/2014/main" val="3092732285"/>
                    </a:ext>
                  </a:extLst>
                </a:gridCol>
                <a:gridCol w="2345690">
                  <a:extLst>
                    <a:ext uri="{9D8B030D-6E8A-4147-A177-3AD203B41FA5}">
                      <a16:colId xmlns:a16="http://schemas.microsoft.com/office/drawing/2014/main" val="2217726757"/>
                    </a:ext>
                  </a:extLst>
                </a:gridCol>
                <a:gridCol w="2345690">
                  <a:extLst>
                    <a:ext uri="{9D8B030D-6E8A-4147-A177-3AD203B41FA5}">
                      <a16:colId xmlns:a16="http://schemas.microsoft.com/office/drawing/2014/main" val="1688877543"/>
                    </a:ext>
                  </a:extLst>
                </a:gridCol>
                <a:gridCol w="2345690">
                  <a:extLst>
                    <a:ext uri="{9D8B030D-6E8A-4147-A177-3AD203B41FA5}">
                      <a16:colId xmlns:a16="http://schemas.microsoft.com/office/drawing/2014/main" val="840744539"/>
                    </a:ext>
                  </a:extLst>
                </a:gridCol>
                <a:gridCol w="2345690">
                  <a:extLst>
                    <a:ext uri="{9D8B030D-6E8A-4147-A177-3AD203B41FA5}">
                      <a16:colId xmlns:a16="http://schemas.microsoft.com/office/drawing/2014/main" val="2471007708"/>
                    </a:ext>
                  </a:extLst>
                </a:gridCol>
              </a:tblGrid>
              <a:tr h="447932">
                <a:tc>
                  <a:txBody>
                    <a:bodyPr/>
                    <a:lstStyle/>
                    <a:p>
                      <a:pPr>
                        <a:buNone/>
                      </a:pPr>
                      <a:r>
                        <a:rPr lang="en-US" sz="1300"/>
                        <a:t>Zone Type</a:t>
                      </a:r>
                    </a:p>
                  </a:txBody>
                  <a:tcPr marL="63990" marR="63990" marT="31995" marB="31995" anchor="ctr">
                    <a:lnL>
                      <a:noFill/>
                    </a:lnL>
                    <a:lnR>
                      <a:noFill/>
                    </a:lnR>
                    <a:lnT>
                      <a:noFill/>
                    </a:lnT>
                    <a:lnB>
                      <a:noFill/>
                    </a:lnB>
                    <a:noFill/>
                  </a:tcPr>
                </a:tc>
                <a:tc>
                  <a:txBody>
                    <a:bodyPr/>
                    <a:lstStyle/>
                    <a:p>
                      <a:pPr>
                        <a:buNone/>
                      </a:pPr>
                      <a:r>
                        <a:rPr lang="en-US" sz="1300"/>
                        <a:t>OBJECTID vs Control</a:t>
                      </a:r>
                    </a:p>
                  </a:txBody>
                  <a:tcPr marL="63990" marR="63990" marT="31995" marB="31995" anchor="ctr">
                    <a:lnL>
                      <a:noFill/>
                    </a:lnL>
                    <a:lnR>
                      <a:noFill/>
                    </a:lnR>
                    <a:lnT>
                      <a:noFill/>
                    </a:lnT>
                    <a:lnB>
                      <a:noFill/>
                    </a:lnB>
                    <a:noFill/>
                  </a:tcPr>
                </a:tc>
                <a:tc>
                  <a:txBody>
                    <a:bodyPr/>
                    <a:lstStyle/>
                    <a:p>
                      <a:pPr>
                        <a:buNone/>
                      </a:pPr>
                      <a:r>
                        <a:rPr lang="en-US" sz="1300"/>
                        <a:t>Coef Sign</a:t>
                      </a:r>
                    </a:p>
                  </a:txBody>
                  <a:tcPr marL="63990" marR="63990" marT="31995" marB="31995" anchor="ctr">
                    <a:lnL>
                      <a:noFill/>
                    </a:lnL>
                    <a:lnR>
                      <a:noFill/>
                    </a:lnR>
                    <a:lnT>
                      <a:noFill/>
                    </a:lnT>
                    <a:lnB>
                      <a:noFill/>
                    </a:lnB>
                    <a:noFill/>
                  </a:tcPr>
                </a:tc>
                <a:tc>
                  <a:txBody>
                    <a:bodyPr/>
                    <a:lstStyle/>
                    <a:p>
                      <a:pPr>
                        <a:buNone/>
                      </a:pPr>
                      <a:r>
                        <a:rPr lang="en-US" sz="1300"/>
                        <a:t>P &lt; 0.05?</a:t>
                      </a:r>
                    </a:p>
                  </a:txBody>
                  <a:tcPr marL="63990" marR="63990" marT="31995" marB="31995" anchor="ctr">
                    <a:lnL>
                      <a:noFill/>
                    </a:lnL>
                    <a:lnR>
                      <a:noFill/>
                    </a:lnR>
                    <a:lnT>
                      <a:noFill/>
                    </a:lnT>
                    <a:lnB>
                      <a:noFill/>
                    </a:lnB>
                    <a:noFill/>
                  </a:tcPr>
                </a:tc>
                <a:tc>
                  <a:txBody>
                    <a:bodyPr/>
                    <a:lstStyle/>
                    <a:p>
                      <a:pPr>
                        <a:buNone/>
                      </a:pPr>
                      <a:r>
                        <a:rPr lang="en-US" sz="1300"/>
                        <a:t>Interpretation</a:t>
                      </a:r>
                    </a:p>
                  </a:txBody>
                  <a:tcPr marL="63990" marR="63990" marT="31995" marB="31995" anchor="ctr">
                    <a:lnL>
                      <a:noFill/>
                    </a:lnL>
                    <a:lnR>
                      <a:noFill/>
                    </a:lnR>
                    <a:lnT>
                      <a:noFill/>
                    </a:lnT>
                    <a:lnB>
                      <a:noFill/>
                    </a:lnB>
                    <a:noFill/>
                  </a:tcPr>
                </a:tc>
                <a:extLst>
                  <a:ext uri="{0D108BD9-81ED-4DB2-BD59-A6C34878D82A}">
                    <a16:rowId xmlns:a16="http://schemas.microsoft.com/office/drawing/2014/main" val="187061049"/>
                  </a:ext>
                </a:extLst>
              </a:tr>
              <a:tr h="255961">
                <a:tc>
                  <a:txBody>
                    <a:bodyPr/>
                    <a:lstStyle/>
                    <a:p>
                      <a:pPr>
                        <a:buNone/>
                      </a:pPr>
                      <a:r>
                        <a:rPr lang="en-US" sz="1300"/>
                        <a:t>Upstream</a:t>
                      </a:r>
                    </a:p>
                  </a:txBody>
                  <a:tcPr marL="63990" marR="63990" marT="31995" marB="31995" anchor="ctr">
                    <a:lnL>
                      <a:noFill/>
                    </a:lnL>
                    <a:lnR>
                      <a:noFill/>
                    </a:lnR>
                    <a:lnT>
                      <a:noFill/>
                    </a:lnT>
                    <a:lnB>
                      <a:noFill/>
                    </a:lnB>
                    <a:noFill/>
                  </a:tcPr>
                </a:tc>
                <a:tc>
                  <a:txBody>
                    <a:bodyPr/>
                    <a:lstStyle/>
                    <a:p>
                      <a:pPr>
                        <a:buNone/>
                      </a:pPr>
                      <a:r>
                        <a:rPr lang="en-US" sz="1300"/>
                        <a:t>61 vs CTRL002</a:t>
                      </a:r>
                    </a:p>
                  </a:txBody>
                  <a:tcPr marL="63990" marR="63990" marT="31995" marB="31995" anchor="ctr">
                    <a:lnL>
                      <a:noFill/>
                    </a:lnL>
                    <a:lnR>
                      <a:noFill/>
                    </a:lnR>
                    <a:lnT>
                      <a:noFill/>
                    </a:lnT>
                    <a:lnB>
                      <a:noFill/>
                    </a:lnB>
                    <a:noFill/>
                  </a:tcPr>
                </a:tc>
                <a:tc>
                  <a:txBody>
                    <a:bodyPr/>
                    <a:lstStyle/>
                    <a:p>
                      <a:pPr>
                        <a:buNone/>
                      </a:pPr>
                      <a:r>
                        <a:rPr lang="en-US" sz="1300"/>
                        <a:t>–0.2790</a:t>
                      </a:r>
                    </a:p>
                  </a:txBody>
                  <a:tcPr marL="63990" marR="63990" marT="31995" marB="31995" anchor="ctr">
                    <a:lnL>
                      <a:noFill/>
                    </a:lnL>
                    <a:lnR>
                      <a:noFill/>
                    </a:lnR>
                    <a:lnT>
                      <a:noFill/>
                    </a:lnT>
                    <a:lnB>
                      <a:noFill/>
                    </a:lnB>
                    <a:noFill/>
                  </a:tcPr>
                </a:tc>
                <a:tc>
                  <a:txBody>
                    <a:bodyPr/>
                    <a:lstStyle/>
                    <a:p>
                      <a:pPr>
                        <a:buNone/>
                      </a:pPr>
                      <a:r>
                        <a:rPr lang="en-US" sz="1300"/>
                        <a:t>Yes</a:t>
                      </a:r>
                    </a:p>
                  </a:txBody>
                  <a:tcPr marL="63990" marR="63990" marT="31995" marB="31995" anchor="ctr">
                    <a:lnL>
                      <a:noFill/>
                    </a:lnL>
                    <a:lnR>
                      <a:noFill/>
                    </a:lnR>
                    <a:lnT>
                      <a:noFill/>
                    </a:lnT>
                    <a:lnB>
                      <a:noFill/>
                    </a:lnB>
                    <a:noFill/>
                  </a:tcPr>
                </a:tc>
                <a:tc>
                  <a:txBody>
                    <a:bodyPr/>
                    <a:lstStyle/>
                    <a:p>
                      <a:pPr>
                        <a:buNone/>
                      </a:pPr>
                      <a:r>
                        <a:rPr lang="en-US" sz="1300"/>
                        <a:t>Truck &lt; Control</a:t>
                      </a:r>
                    </a:p>
                  </a:txBody>
                  <a:tcPr marL="63990" marR="63990" marT="31995" marB="31995" anchor="ctr">
                    <a:lnL>
                      <a:noFill/>
                    </a:lnL>
                    <a:lnR>
                      <a:noFill/>
                    </a:lnR>
                    <a:lnT>
                      <a:noFill/>
                    </a:lnT>
                    <a:lnB>
                      <a:noFill/>
                    </a:lnB>
                    <a:noFill/>
                  </a:tcPr>
                </a:tc>
                <a:extLst>
                  <a:ext uri="{0D108BD9-81ED-4DB2-BD59-A6C34878D82A}">
                    <a16:rowId xmlns:a16="http://schemas.microsoft.com/office/drawing/2014/main" val="1956406570"/>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9 vs CTRL001</a:t>
                      </a:r>
                    </a:p>
                  </a:txBody>
                  <a:tcPr marL="63990" marR="63990" marT="31995" marB="31995" anchor="ctr">
                    <a:lnL>
                      <a:noFill/>
                    </a:lnL>
                    <a:lnR>
                      <a:noFill/>
                    </a:lnR>
                    <a:lnT>
                      <a:noFill/>
                    </a:lnT>
                    <a:lnB>
                      <a:noFill/>
                    </a:lnB>
                    <a:noFill/>
                  </a:tcPr>
                </a:tc>
                <a:tc>
                  <a:txBody>
                    <a:bodyPr/>
                    <a:lstStyle/>
                    <a:p>
                      <a:pPr>
                        <a:buNone/>
                      </a:pPr>
                      <a:r>
                        <a:rPr lang="en-US" sz="1300"/>
                        <a:t>–1.4763</a:t>
                      </a:r>
                    </a:p>
                  </a:txBody>
                  <a:tcPr marL="63990" marR="63990" marT="31995" marB="31995" anchor="ctr">
                    <a:lnL>
                      <a:noFill/>
                    </a:lnL>
                    <a:lnR>
                      <a:noFill/>
                    </a:lnR>
                    <a:lnT>
                      <a:noFill/>
                    </a:lnT>
                    <a:lnB>
                      <a:noFill/>
                    </a:lnB>
                    <a:noFill/>
                  </a:tcPr>
                </a:tc>
                <a:tc>
                  <a:txBody>
                    <a:bodyPr/>
                    <a:lstStyle/>
                    <a:p>
                      <a:pPr>
                        <a:buNone/>
                      </a:pPr>
                      <a:r>
                        <a:rPr lang="en-US" sz="1300"/>
                        <a:t>Yes</a:t>
                      </a:r>
                    </a:p>
                  </a:txBody>
                  <a:tcPr marL="63990" marR="63990" marT="31995" marB="31995" anchor="ctr">
                    <a:lnL>
                      <a:noFill/>
                    </a:lnL>
                    <a:lnR>
                      <a:noFill/>
                    </a:lnR>
                    <a:lnT>
                      <a:noFill/>
                    </a:lnT>
                    <a:lnB>
                      <a:noFill/>
                    </a:lnB>
                    <a:noFill/>
                  </a:tcPr>
                </a:tc>
                <a:tc>
                  <a:txBody>
                    <a:bodyPr/>
                    <a:lstStyle/>
                    <a:p>
                      <a:pPr>
                        <a:buNone/>
                      </a:pPr>
                      <a:r>
                        <a:rPr lang="en-US" sz="1300"/>
                        <a:t>Truck &lt; Control</a:t>
                      </a:r>
                    </a:p>
                  </a:txBody>
                  <a:tcPr marL="63990" marR="63990" marT="31995" marB="31995" anchor="ctr">
                    <a:lnL>
                      <a:noFill/>
                    </a:lnL>
                    <a:lnR>
                      <a:noFill/>
                    </a:lnR>
                    <a:lnT>
                      <a:noFill/>
                    </a:lnT>
                    <a:lnB>
                      <a:noFill/>
                    </a:lnB>
                    <a:noFill/>
                  </a:tcPr>
                </a:tc>
                <a:extLst>
                  <a:ext uri="{0D108BD9-81ED-4DB2-BD59-A6C34878D82A}">
                    <a16:rowId xmlns:a16="http://schemas.microsoft.com/office/drawing/2014/main" val="3659259366"/>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12 vs CTRL003</a:t>
                      </a:r>
                    </a:p>
                  </a:txBody>
                  <a:tcPr marL="63990" marR="63990" marT="31995" marB="31995" anchor="ctr">
                    <a:lnL>
                      <a:noFill/>
                    </a:lnL>
                    <a:lnR>
                      <a:noFill/>
                    </a:lnR>
                    <a:lnT>
                      <a:noFill/>
                    </a:lnT>
                    <a:lnB>
                      <a:noFill/>
                    </a:lnB>
                    <a:noFill/>
                  </a:tcPr>
                </a:tc>
                <a:tc>
                  <a:txBody>
                    <a:bodyPr/>
                    <a:lstStyle/>
                    <a:p>
                      <a:pPr>
                        <a:buNone/>
                      </a:pPr>
                      <a:r>
                        <a:rPr lang="en-US" sz="1300"/>
                        <a:t>+0.1827</a:t>
                      </a:r>
                    </a:p>
                  </a:txBody>
                  <a:tcPr marL="63990" marR="63990" marT="31995" marB="31995" anchor="ctr">
                    <a:lnL>
                      <a:noFill/>
                    </a:lnL>
                    <a:lnR>
                      <a:noFill/>
                    </a:lnR>
                    <a:lnT>
                      <a:noFill/>
                    </a:lnT>
                    <a:lnB>
                      <a:noFill/>
                    </a:lnB>
                    <a:noFill/>
                  </a:tcPr>
                </a:tc>
                <a:tc>
                  <a:txBody>
                    <a:bodyPr/>
                    <a:lstStyle/>
                    <a:p>
                      <a:pPr>
                        <a:buNone/>
                      </a:pPr>
                      <a:r>
                        <a:rPr lang="en-US" sz="1300"/>
                        <a:t>No</a:t>
                      </a:r>
                    </a:p>
                  </a:txBody>
                  <a:tcPr marL="63990" marR="63990" marT="31995" marB="31995" anchor="ctr">
                    <a:lnL>
                      <a:noFill/>
                    </a:lnL>
                    <a:lnR>
                      <a:noFill/>
                    </a:lnR>
                    <a:lnT>
                      <a:noFill/>
                    </a:lnT>
                    <a:lnB>
                      <a:noFill/>
                    </a:lnB>
                    <a:noFill/>
                  </a:tcPr>
                </a:tc>
                <a:tc>
                  <a:txBody>
                    <a:bodyPr/>
                    <a:lstStyle/>
                    <a:p>
                      <a:pPr>
                        <a:buNone/>
                      </a:pPr>
                      <a:r>
                        <a:rPr lang="en-US" sz="1300"/>
                        <a:t>No difference</a:t>
                      </a:r>
                    </a:p>
                  </a:txBody>
                  <a:tcPr marL="63990" marR="63990" marT="31995" marB="31995" anchor="ctr">
                    <a:lnL>
                      <a:noFill/>
                    </a:lnL>
                    <a:lnR>
                      <a:noFill/>
                    </a:lnR>
                    <a:lnT>
                      <a:noFill/>
                    </a:lnT>
                    <a:lnB>
                      <a:noFill/>
                    </a:lnB>
                    <a:noFill/>
                  </a:tcPr>
                </a:tc>
                <a:extLst>
                  <a:ext uri="{0D108BD9-81ED-4DB2-BD59-A6C34878D82A}">
                    <a16:rowId xmlns:a16="http://schemas.microsoft.com/office/drawing/2014/main" val="2829323461"/>
                  </a:ext>
                </a:extLst>
              </a:tr>
              <a:tr h="255961">
                <a:tc>
                  <a:txBody>
                    <a:bodyPr/>
                    <a:lstStyle/>
                    <a:p>
                      <a:pPr>
                        <a:buNone/>
                      </a:pPr>
                      <a:r>
                        <a:rPr lang="en-US" sz="1300"/>
                        <a:t>Downstream</a:t>
                      </a:r>
                    </a:p>
                  </a:txBody>
                  <a:tcPr marL="63990" marR="63990" marT="31995" marB="31995" anchor="ctr">
                    <a:lnL>
                      <a:noFill/>
                    </a:lnL>
                    <a:lnR>
                      <a:noFill/>
                    </a:lnR>
                    <a:lnT>
                      <a:noFill/>
                    </a:lnT>
                    <a:lnB>
                      <a:noFill/>
                    </a:lnB>
                    <a:noFill/>
                  </a:tcPr>
                </a:tc>
                <a:tc>
                  <a:txBody>
                    <a:bodyPr/>
                    <a:lstStyle/>
                    <a:p>
                      <a:pPr>
                        <a:buNone/>
                      </a:pPr>
                      <a:r>
                        <a:rPr lang="en-US" sz="1300"/>
                        <a:t>61 vs CTRL002</a:t>
                      </a:r>
                    </a:p>
                  </a:txBody>
                  <a:tcPr marL="63990" marR="63990" marT="31995" marB="31995" anchor="ctr">
                    <a:lnL>
                      <a:noFill/>
                    </a:lnL>
                    <a:lnR>
                      <a:noFill/>
                    </a:lnR>
                    <a:lnT>
                      <a:noFill/>
                    </a:lnT>
                    <a:lnB>
                      <a:noFill/>
                    </a:lnB>
                    <a:noFill/>
                  </a:tcPr>
                </a:tc>
                <a:tc>
                  <a:txBody>
                    <a:bodyPr/>
                    <a:lstStyle/>
                    <a:p>
                      <a:pPr>
                        <a:buNone/>
                      </a:pPr>
                      <a:r>
                        <a:rPr lang="en-US" sz="1300"/>
                        <a:t>+1.4771</a:t>
                      </a:r>
                    </a:p>
                  </a:txBody>
                  <a:tcPr marL="63990" marR="63990" marT="31995" marB="31995" anchor="ctr">
                    <a:lnL>
                      <a:noFill/>
                    </a:lnL>
                    <a:lnR>
                      <a:noFill/>
                    </a:lnR>
                    <a:lnT>
                      <a:noFill/>
                    </a:lnT>
                    <a:lnB>
                      <a:noFill/>
                    </a:lnB>
                    <a:noFill/>
                  </a:tcPr>
                </a:tc>
                <a:tc>
                  <a:txBody>
                    <a:bodyPr/>
                    <a:lstStyle/>
                    <a:p>
                      <a:pPr>
                        <a:buNone/>
                      </a:pPr>
                      <a:r>
                        <a:rPr lang="en-US" sz="1300"/>
                        <a:t>Yes</a:t>
                      </a:r>
                    </a:p>
                  </a:txBody>
                  <a:tcPr marL="63990" marR="63990" marT="31995" marB="31995" anchor="ctr">
                    <a:lnL>
                      <a:noFill/>
                    </a:lnL>
                    <a:lnR>
                      <a:noFill/>
                    </a:lnR>
                    <a:lnT>
                      <a:noFill/>
                    </a:lnT>
                    <a:lnB>
                      <a:noFill/>
                    </a:lnB>
                    <a:noFill/>
                  </a:tcPr>
                </a:tc>
                <a:tc>
                  <a:txBody>
                    <a:bodyPr/>
                    <a:lstStyle/>
                    <a:p>
                      <a:pPr>
                        <a:buNone/>
                      </a:pPr>
                      <a:r>
                        <a:rPr lang="en-US" sz="1300" b="1"/>
                        <a:t>Truck &gt; Control</a:t>
                      </a:r>
                      <a:endParaRPr lang="en-US" sz="1300"/>
                    </a:p>
                  </a:txBody>
                  <a:tcPr marL="63990" marR="63990" marT="31995" marB="31995" anchor="ctr">
                    <a:lnL>
                      <a:noFill/>
                    </a:lnL>
                    <a:lnR>
                      <a:noFill/>
                    </a:lnR>
                    <a:lnT>
                      <a:noFill/>
                    </a:lnT>
                    <a:lnB>
                      <a:noFill/>
                    </a:lnB>
                    <a:noFill/>
                  </a:tcPr>
                </a:tc>
                <a:extLst>
                  <a:ext uri="{0D108BD9-81ED-4DB2-BD59-A6C34878D82A}">
                    <a16:rowId xmlns:a16="http://schemas.microsoft.com/office/drawing/2014/main" val="1600744637"/>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9 vs CTRL001</a:t>
                      </a:r>
                    </a:p>
                  </a:txBody>
                  <a:tcPr marL="63990" marR="63990" marT="31995" marB="31995" anchor="ctr">
                    <a:lnL>
                      <a:noFill/>
                    </a:lnL>
                    <a:lnR>
                      <a:noFill/>
                    </a:lnR>
                    <a:lnT>
                      <a:noFill/>
                    </a:lnT>
                    <a:lnB>
                      <a:noFill/>
                    </a:lnB>
                    <a:noFill/>
                  </a:tcPr>
                </a:tc>
                <a:tc>
                  <a:txBody>
                    <a:bodyPr/>
                    <a:lstStyle/>
                    <a:p>
                      <a:pPr>
                        <a:buNone/>
                      </a:pPr>
                      <a:r>
                        <a:rPr lang="en-US" sz="1300"/>
                        <a:t>–1.5627</a:t>
                      </a:r>
                    </a:p>
                  </a:txBody>
                  <a:tcPr marL="63990" marR="63990" marT="31995" marB="31995" anchor="ctr">
                    <a:lnL>
                      <a:noFill/>
                    </a:lnL>
                    <a:lnR>
                      <a:noFill/>
                    </a:lnR>
                    <a:lnT>
                      <a:noFill/>
                    </a:lnT>
                    <a:lnB>
                      <a:noFill/>
                    </a:lnB>
                    <a:noFill/>
                  </a:tcPr>
                </a:tc>
                <a:tc>
                  <a:txBody>
                    <a:bodyPr/>
                    <a:lstStyle/>
                    <a:p>
                      <a:pPr>
                        <a:buNone/>
                      </a:pPr>
                      <a:r>
                        <a:rPr lang="en-US" sz="1300"/>
                        <a:t>Yes</a:t>
                      </a:r>
                    </a:p>
                  </a:txBody>
                  <a:tcPr marL="63990" marR="63990" marT="31995" marB="31995" anchor="ctr">
                    <a:lnL>
                      <a:noFill/>
                    </a:lnL>
                    <a:lnR>
                      <a:noFill/>
                    </a:lnR>
                    <a:lnT>
                      <a:noFill/>
                    </a:lnT>
                    <a:lnB>
                      <a:noFill/>
                    </a:lnB>
                    <a:noFill/>
                  </a:tcPr>
                </a:tc>
                <a:tc>
                  <a:txBody>
                    <a:bodyPr/>
                    <a:lstStyle/>
                    <a:p>
                      <a:pPr>
                        <a:buNone/>
                      </a:pPr>
                      <a:r>
                        <a:rPr lang="en-US" sz="1300"/>
                        <a:t>Truck &lt; Control</a:t>
                      </a:r>
                    </a:p>
                  </a:txBody>
                  <a:tcPr marL="63990" marR="63990" marT="31995" marB="31995" anchor="ctr">
                    <a:lnL>
                      <a:noFill/>
                    </a:lnL>
                    <a:lnR>
                      <a:noFill/>
                    </a:lnR>
                    <a:lnT>
                      <a:noFill/>
                    </a:lnT>
                    <a:lnB>
                      <a:noFill/>
                    </a:lnB>
                    <a:noFill/>
                  </a:tcPr>
                </a:tc>
                <a:extLst>
                  <a:ext uri="{0D108BD9-81ED-4DB2-BD59-A6C34878D82A}">
                    <a16:rowId xmlns:a16="http://schemas.microsoft.com/office/drawing/2014/main" val="3903387099"/>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12 vs CTRL003</a:t>
                      </a:r>
                    </a:p>
                  </a:txBody>
                  <a:tcPr marL="63990" marR="63990" marT="31995" marB="31995" anchor="ctr">
                    <a:lnL>
                      <a:noFill/>
                    </a:lnL>
                    <a:lnR>
                      <a:noFill/>
                    </a:lnR>
                    <a:lnT>
                      <a:noFill/>
                    </a:lnT>
                    <a:lnB>
                      <a:noFill/>
                    </a:lnB>
                    <a:noFill/>
                  </a:tcPr>
                </a:tc>
                <a:tc>
                  <a:txBody>
                    <a:bodyPr/>
                    <a:lstStyle/>
                    <a:p>
                      <a:pPr>
                        <a:buNone/>
                      </a:pPr>
                      <a:r>
                        <a:rPr lang="en-US" sz="1300"/>
                        <a:t>+0.2095</a:t>
                      </a:r>
                    </a:p>
                  </a:txBody>
                  <a:tcPr marL="63990" marR="63990" marT="31995" marB="31995" anchor="ctr">
                    <a:lnL>
                      <a:noFill/>
                    </a:lnL>
                    <a:lnR>
                      <a:noFill/>
                    </a:lnR>
                    <a:lnT>
                      <a:noFill/>
                    </a:lnT>
                    <a:lnB>
                      <a:noFill/>
                    </a:lnB>
                    <a:noFill/>
                  </a:tcPr>
                </a:tc>
                <a:tc>
                  <a:txBody>
                    <a:bodyPr/>
                    <a:lstStyle/>
                    <a:p>
                      <a:pPr>
                        <a:buNone/>
                      </a:pPr>
                      <a:r>
                        <a:rPr lang="en-US" sz="1300"/>
                        <a:t>No</a:t>
                      </a:r>
                    </a:p>
                  </a:txBody>
                  <a:tcPr marL="63990" marR="63990" marT="31995" marB="31995" anchor="ctr">
                    <a:lnL>
                      <a:noFill/>
                    </a:lnL>
                    <a:lnR>
                      <a:noFill/>
                    </a:lnR>
                    <a:lnT>
                      <a:noFill/>
                    </a:lnT>
                    <a:lnB>
                      <a:noFill/>
                    </a:lnB>
                    <a:noFill/>
                  </a:tcPr>
                </a:tc>
                <a:tc>
                  <a:txBody>
                    <a:bodyPr/>
                    <a:lstStyle/>
                    <a:p>
                      <a:pPr>
                        <a:buNone/>
                      </a:pPr>
                      <a:r>
                        <a:rPr lang="en-US" sz="1300"/>
                        <a:t>No difference</a:t>
                      </a:r>
                    </a:p>
                  </a:txBody>
                  <a:tcPr marL="63990" marR="63990" marT="31995" marB="31995" anchor="ctr">
                    <a:lnL>
                      <a:noFill/>
                    </a:lnL>
                    <a:lnR>
                      <a:noFill/>
                    </a:lnR>
                    <a:lnT>
                      <a:noFill/>
                    </a:lnT>
                    <a:lnB>
                      <a:noFill/>
                    </a:lnB>
                    <a:noFill/>
                  </a:tcPr>
                </a:tc>
                <a:extLst>
                  <a:ext uri="{0D108BD9-81ED-4DB2-BD59-A6C34878D82A}">
                    <a16:rowId xmlns:a16="http://schemas.microsoft.com/office/drawing/2014/main" val="1021136473"/>
                  </a:ext>
                </a:extLst>
              </a:tr>
              <a:tr h="447932">
                <a:tc>
                  <a:txBody>
                    <a:bodyPr/>
                    <a:lstStyle/>
                    <a:p>
                      <a:pPr>
                        <a:buNone/>
                      </a:pPr>
                      <a:r>
                        <a:rPr lang="en-US" sz="1300"/>
                        <a:t>Upstream: Off-Ramp</a:t>
                      </a:r>
                    </a:p>
                  </a:txBody>
                  <a:tcPr marL="63990" marR="63990" marT="31995" marB="31995" anchor="ctr">
                    <a:lnL>
                      <a:noFill/>
                    </a:lnL>
                    <a:lnR>
                      <a:noFill/>
                    </a:lnR>
                    <a:lnT>
                      <a:noFill/>
                    </a:lnT>
                    <a:lnB>
                      <a:noFill/>
                    </a:lnB>
                    <a:noFill/>
                  </a:tcPr>
                </a:tc>
                <a:tc>
                  <a:txBody>
                    <a:bodyPr/>
                    <a:lstStyle/>
                    <a:p>
                      <a:pPr>
                        <a:buNone/>
                      </a:pPr>
                      <a:r>
                        <a:rPr lang="en-US" sz="1300"/>
                        <a:t>61 vs CTRL002</a:t>
                      </a:r>
                    </a:p>
                  </a:txBody>
                  <a:tcPr marL="63990" marR="63990" marT="31995" marB="31995" anchor="ctr">
                    <a:lnL>
                      <a:noFill/>
                    </a:lnL>
                    <a:lnR>
                      <a:noFill/>
                    </a:lnR>
                    <a:lnT>
                      <a:noFill/>
                    </a:lnT>
                    <a:lnB>
                      <a:noFill/>
                    </a:lnB>
                    <a:noFill/>
                  </a:tcPr>
                </a:tc>
                <a:tc>
                  <a:txBody>
                    <a:bodyPr/>
                    <a:lstStyle/>
                    <a:p>
                      <a:pPr>
                        <a:buNone/>
                      </a:pPr>
                      <a:r>
                        <a:rPr lang="en-US" sz="1300"/>
                        <a:t>–0.1434</a:t>
                      </a:r>
                    </a:p>
                  </a:txBody>
                  <a:tcPr marL="63990" marR="63990" marT="31995" marB="31995" anchor="ctr">
                    <a:lnL>
                      <a:noFill/>
                    </a:lnL>
                    <a:lnR>
                      <a:noFill/>
                    </a:lnR>
                    <a:lnT>
                      <a:noFill/>
                    </a:lnT>
                    <a:lnB>
                      <a:noFill/>
                    </a:lnB>
                    <a:noFill/>
                  </a:tcPr>
                </a:tc>
                <a:tc>
                  <a:txBody>
                    <a:bodyPr/>
                    <a:lstStyle/>
                    <a:p>
                      <a:pPr>
                        <a:buNone/>
                      </a:pPr>
                      <a:r>
                        <a:rPr lang="en-US" sz="1300"/>
                        <a:t>No</a:t>
                      </a:r>
                    </a:p>
                  </a:txBody>
                  <a:tcPr marL="63990" marR="63990" marT="31995" marB="31995" anchor="ctr">
                    <a:lnL>
                      <a:noFill/>
                    </a:lnL>
                    <a:lnR>
                      <a:noFill/>
                    </a:lnR>
                    <a:lnT>
                      <a:noFill/>
                    </a:lnT>
                    <a:lnB>
                      <a:noFill/>
                    </a:lnB>
                    <a:noFill/>
                  </a:tcPr>
                </a:tc>
                <a:tc>
                  <a:txBody>
                    <a:bodyPr/>
                    <a:lstStyle/>
                    <a:p>
                      <a:pPr>
                        <a:buNone/>
                      </a:pPr>
                      <a:r>
                        <a:rPr lang="en-US" sz="1300"/>
                        <a:t>No difference</a:t>
                      </a:r>
                    </a:p>
                  </a:txBody>
                  <a:tcPr marL="63990" marR="63990" marT="31995" marB="31995" anchor="ctr">
                    <a:lnL>
                      <a:noFill/>
                    </a:lnL>
                    <a:lnR>
                      <a:noFill/>
                    </a:lnR>
                    <a:lnT>
                      <a:noFill/>
                    </a:lnT>
                    <a:lnB>
                      <a:noFill/>
                    </a:lnB>
                    <a:noFill/>
                  </a:tcPr>
                </a:tc>
                <a:extLst>
                  <a:ext uri="{0D108BD9-81ED-4DB2-BD59-A6C34878D82A}">
                    <a16:rowId xmlns:a16="http://schemas.microsoft.com/office/drawing/2014/main" val="2220410663"/>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9 vs CTRL001</a:t>
                      </a:r>
                    </a:p>
                  </a:txBody>
                  <a:tcPr marL="63990" marR="63990" marT="31995" marB="31995" anchor="ctr">
                    <a:lnL>
                      <a:noFill/>
                    </a:lnL>
                    <a:lnR>
                      <a:noFill/>
                    </a:lnR>
                    <a:lnT>
                      <a:noFill/>
                    </a:lnT>
                    <a:lnB>
                      <a:noFill/>
                    </a:lnB>
                    <a:noFill/>
                  </a:tcPr>
                </a:tc>
                <a:tc>
                  <a:txBody>
                    <a:bodyPr/>
                    <a:lstStyle/>
                    <a:p>
                      <a:pPr>
                        <a:buNone/>
                      </a:pPr>
                      <a:r>
                        <a:rPr lang="en-US" sz="1300"/>
                        <a:t>–0.1090</a:t>
                      </a:r>
                    </a:p>
                  </a:txBody>
                  <a:tcPr marL="63990" marR="63990" marT="31995" marB="31995" anchor="ctr">
                    <a:lnL>
                      <a:noFill/>
                    </a:lnL>
                    <a:lnR>
                      <a:noFill/>
                    </a:lnR>
                    <a:lnT>
                      <a:noFill/>
                    </a:lnT>
                    <a:lnB>
                      <a:noFill/>
                    </a:lnB>
                    <a:noFill/>
                  </a:tcPr>
                </a:tc>
                <a:tc>
                  <a:txBody>
                    <a:bodyPr/>
                    <a:lstStyle/>
                    <a:p>
                      <a:pPr>
                        <a:buNone/>
                      </a:pPr>
                      <a:r>
                        <a:rPr lang="en-US" sz="1300"/>
                        <a:t>No</a:t>
                      </a:r>
                    </a:p>
                  </a:txBody>
                  <a:tcPr marL="63990" marR="63990" marT="31995" marB="31995" anchor="ctr">
                    <a:lnL>
                      <a:noFill/>
                    </a:lnL>
                    <a:lnR>
                      <a:noFill/>
                    </a:lnR>
                    <a:lnT>
                      <a:noFill/>
                    </a:lnT>
                    <a:lnB>
                      <a:noFill/>
                    </a:lnB>
                    <a:noFill/>
                  </a:tcPr>
                </a:tc>
                <a:tc>
                  <a:txBody>
                    <a:bodyPr/>
                    <a:lstStyle/>
                    <a:p>
                      <a:pPr>
                        <a:buNone/>
                      </a:pPr>
                      <a:r>
                        <a:rPr lang="en-US" sz="1300"/>
                        <a:t>No difference</a:t>
                      </a:r>
                    </a:p>
                  </a:txBody>
                  <a:tcPr marL="63990" marR="63990" marT="31995" marB="31995" anchor="ctr">
                    <a:lnL>
                      <a:noFill/>
                    </a:lnL>
                    <a:lnR>
                      <a:noFill/>
                    </a:lnR>
                    <a:lnT>
                      <a:noFill/>
                    </a:lnT>
                    <a:lnB>
                      <a:noFill/>
                    </a:lnB>
                    <a:noFill/>
                  </a:tcPr>
                </a:tc>
                <a:extLst>
                  <a:ext uri="{0D108BD9-81ED-4DB2-BD59-A6C34878D82A}">
                    <a16:rowId xmlns:a16="http://schemas.microsoft.com/office/drawing/2014/main" val="3296057179"/>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12 vs CTRL003</a:t>
                      </a:r>
                    </a:p>
                  </a:txBody>
                  <a:tcPr marL="63990" marR="63990" marT="31995" marB="31995" anchor="ctr">
                    <a:lnL>
                      <a:noFill/>
                    </a:lnL>
                    <a:lnR>
                      <a:noFill/>
                    </a:lnR>
                    <a:lnT>
                      <a:noFill/>
                    </a:lnT>
                    <a:lnB>
                      <a:noFill/>
                    </a:lnB>
                    <a:noFill/>
                  </a:tcPr>
                </a:tc>
                <a:tc>
                  <a:txBody>
                    <a:bodyPr/>
                    <a:lstStyle/>
                    <a:p>
                      <a:pPr>
                        <a:buNone/>
                      </a:pPr>
                      <a:r>
                        <a:rPr lang="en-US" sz="1300"/>
                        <a:t>+0.3313</a:t>
                      </a:r>
                    </a:p>
                  </a:txBody>
                  <a:tcPr marL="63990" marR="63990" marT="31995" marB="31995" anchor="ctr">
                    <a:lnL>
                      <a:noFill/>
                    </a:lnL>
                    <a:lnR>
                      <a:noFill/>
                    </a:lnR>
                    <a:lnT>
                      <a:noFill/>
                    </a:lnT>
                    <a:lnB>
                      <a:noFill/>
                    </a:lnB>
                    <a:noFill/>
                  </a:tcPr>
                </a:tc>
                <a:tc>
                  <a:txBody>
                    <a:bodyPr/>
                    <a:lstStyle/>
                    <a:p>
                      <a:pPr>
                        <a:buNone/>
                      </a:pPr>
                      <a:r>
                        <a:rPr lang="en-US" sz="1300"/>
                        <a:t>No</a:t>
                      </a:r>
                    </a:p>
                  </a:txBody>
                  <a:tcPr marL="63990" marR="63990" marT="31995" marB="31995" anchor="ctr">
                    <a:lnL>
                      <a:noFill/>
                    </a:lnL>
                    <a:lnR>
                      <a:noFill/>
                    </a:lnR>
                    <a:lnT>
                      <a:noFill/>
                    </a:lnT>
                    <a:lnB>
                      <a:noFill/>
                    </a:lnB>
                    <a:noFill/>
                  </a:tcPr>
                </a:tc>
                <a:tc>
                  <a:txBody>
                    <a:bodyPr/>
                    <a:lstStyle/>
                    <a:p>
                      <a:pPr>
                        <a:buNone/>
                      </a:pPr>
                      <a:r>
                        <a:rPr lang="en-US" sz="1300"/>
                        <a:t>No difference</a:t>
                      </a:r>
                    </a:p>
                  </a:txBody>
                  <a:tcPr marL="63990" marR="63990" marT="31995" marB="31995" anchor="ctr">
                    <a:lnL>
                      <a:noFill/>
                    </a:lnL>
                    <a:lnR>
                      <a:noFill/>
                    </a:lnR>
                    <a:lnT>
                      <a:noFill/>
                    </a:lnT>
                    <a:lnB>
                      <a:noFill/>
                    </a:lnB>
                    <a:noFill/>
                  </a:tcPr>
                </a:tc>
                <a:extLst>
                  <a:ext uri="{0D108BD9-81ED-4DB2-BD59-A6C34878D82A}">
                    <a16:rowId xmlns:a16="http://schemas.microsoft.com/office/drawing/2014/main" val="3856939302"/>
                  </a:ext>
                </a:extLst>
              </a:tr>
              <a:tr h="447932">
                <a:tc>
                  <a:txBody>
                    <a:bodyPr/>
                    <a:lstStyle/>
                    <a:p>
                      <a:pPr>
                        <a:buNone/>
                      </a:pPr>
                      <a:r>
                        <a:rPr lang="en-US" sz="1300"/>
                        <a:t>Downstream: On-Ramp</a:t>
                      </a:r>
                    </a:p>
                  </a:txBody>
                  <a:tcPr marL="63990" marR="63990" marT="31995" marB="31995" anchor="ctr">
                    <a:lnL>
                      <a:noFill/>
                    </a:lnL>
                    <a:lnR>
                      <a:noFill/>
                    </a:lnR>
                    <a:lnT>
                      <a:noFill/>
                    </a:lnT>
                    <a:lnB>
                      <a:noFill/>
                    </a:lnB>
                    <a:noFill/>
                  </a:tcPr>
                </a:tc>
                <a:tc>
                  <a:txBody>
                    <a:bodyPr/>
                    <a:lstStyle/>
                    <a:p>
                      <a:pPr>
                        <a:buNone/>
                      </a:pPr>
                      <a:r>
                        <a:rPr lang="en-US" sz="1300"/>
                        <a:t>61 vs CTRL002</a:t>
                      </a:r>
                    </a:p>
                  </a:txBody>
                  <a:tcPr marL="63990" marR="63990" marT="31995" marB="31995" anchor="ctr">
                    <a:lnL>
                      <a:noFill/>
                    </a:lnL>
                    <a:lnR>
                      <a:noFill/>
                    </a:lnR>
                    <a:lnT>
                      <a:noFill/>
                    </a:lnT>
                    <a:lnB>
                      <a:noFill/>
                    </a:lnB>
                    <a:noFill/>
                  </a:tcPr>
                </a:tc>
                <a:tc>
                  <a:txBody>
                    <a:bodyPr/>
                    <a:lstStyle/>
                    <a:p>
                      <a:pPr>
                        <a:buNone/>
                      </a:pPr>
                      <a:r>
                        <a:rPr lang="en-US" sz="1300"/>
                        <a:t>–2.1455</a:t>
                      </a:r>
                    </a:p>
                  </a:txBody>
                  <a:tcPr marL="63990" marR="63990" marT="31995" marB="31995" anchor="ctr">
                    <a:lnL>
                      <a:noFill/>
                    </a:lnL>
                    <a:lnR>
                      <a:noFill/>
                    </a:lnR>
                    <a:lnT>
                      <a:noFill/>
                    </a:lnT>
                    <a:lnB>
                      <a:noFill/>
                    </a:lnB>
                    <a:noFill/>
                  </a:tcPr>
                </a:tc>
                <a:tc>
                  <a:txBody>
                    <a:bodyPr/>
                    <a:lstStyle/>
                    <a:p>
                      <a:pPr>
                        <a:buNone/>
                      </a:pPr>
                      <a:r>
                        <a:rPr lang="en-US" sz="1300"/>
                        <a:t>Yes</a:t>
                      </a:r>
                    </a:p>
                  </a:txBody>
                  <a:tcPr marL="63990" marR="63990" marT="31995" marB="31995" anchor="ctr">
                    <a:lnL>
                      <a:noFill/>
                    </a:lnL>
                    <a:lnR>
                      <a:noFill/>
                    </a:lnR>
                    <a:lnT>
                      <a:noFill/>
                    </a:lnT>
                    <a:lnB>
                      <a:noFill/>
                    </a:lnB>
                    <a:noFill/>
                  </a:tcPr>
                </a:tc>
                <a:tc>
                  <a:txBody>
                    <a:bodyPr/>
                    <a:lstStyle/>
                    <a:p>
                      <a:pPr>
                        <a:buNone/>
                      </a:pPr>
                      <a:r>
                        <a:rPr lang="en-US" sz="1300"/>
                        <a:t>Truck &lt; Control</a:t>
                      </a:r>
                    </a:p>
                  </a:txBody>
                  <a:tcPr marL="63990" marR="63990" marT="31995" marB="31995" anchor="ctr">
                    <a:lnL>
                      <a:noFill/>
                    </a:lnL>
                    <a:lnR>
                      <a:noFill/>
                    </a:lnR>
                    <a:lnT>
                      <a:noFill/>
                    </a:lnT>
                    <a:lnB>
                      <a:noFill/>
                    </a:lnB>
                    <a:noFill/>
                  </a:tcPr>
                </a:tc>
                <a:extLst>
                  <a:ext uri="{0D108BD9-81ED-4DB2-BD59-A6C34878D82A}">
                    <a16:rowId xmlns:a16="http://schemas.microsoft.com/office/drawing/2014/main" val="2422247266"/>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9 vs CTRL001</a:t>
                      </a:r>
                    </a:p>
                  </a:txBody>
                  <a:tcPr marL="63990" marR="63990" marT="31995" marB="31995" anchor="ctr">
                    <a:lnL>
                      <a:noFill/>
                    </a:lnL>
                    <a:lnR>
                      <a:noFill/>
                    </a:lnR>
                    <a:lnT>
                      <a:noFill/>
                    </a:lnT>
                    <a:lnB>
                      <a:noFill/>
                    </a:lnB>
                    <a:noFill/>
                  </a:tcPr>
                </a:tc>
                <a:tc>
                  <a:txBody>
                    <a:bodyPr/>
                    <a:lstStyle/>
                    <a:p>
                      <a:pPr>
                        <a:buNone/>
                      </a:pPr>
                      <a:r>
                        <a:rPr lang="en-US" sz="1300"/>
                        <a:t>–0.4185</a:t>
                      </a:r>
                    </a:p>
                  </a:txBody>
                  <a:tcPr marL="63990" marR="63990" marT="31995" marB="31995" anchor="ctr">
                    <a:lnL>
                      <a:noFill/>
                    </a:lnL>
                    <a:lnR>
                      <a:noFill/>
                    </a:lnR>
                    <a:lnT>
                      <a:noFill/>
                    </a:lnT>
                    <a:lnB>
                      <a:noFill/>
                    </a:lnB>
                    <a:noFill/>
                  </a:tcPr>
                </a:tc>
                <a:tc>
                  <a:txBody>
                    <a:bodyPr/>
                    <a:lstStyle/>
                    <a:p>
                      <a:pPr>
                        <a:buNone/>
                      </a:pPr>
                      <a:r>
                        <a:rPr lang="en-US" sz="1300"/>
                        <a:t>No</a:t>
                      </a:r>
                    </a:p>
                  </a:txBody>
                  <a:tcPr marL="63990" marR="63990" marT="31995" marB="31995" anchor="ctr">
                    <a:lnL>
                      <a:noFill/>
                    </a:lnL>
                    <a:lnR>
                      <a:noFill/>
                    </a:lnR>
                    <a:lnT>
                      <a:noFill/>
                    </a:lnT>
                    <a:lnB>
                      <a:noFill/>
                    </a:lnB>
                    <a:noFill/>
                  </a:tcPr>
                </a:tc>
                <a:tc>
                  <a:txBody>
                    <a:bodyPr/>
                    <a:lstStyle/>
                    <a:p>
                      <a:pPr>
                        <a:buNone/>
                      </a:pPr>
                      <a:r>
                        <a:rPr lang="en-US" sz="1300"/>
                        <a:t>No difference</a:t>
                      </a:r>
                    </a:p>
                  </a:txBody>
                  <a:tcPr marL="63990" marR="63990" marT="31995" marB="31995" anchor="ctr">
                    <a:lnL>
                      <a:noFill/>
                    </a:lnL>
                    <a:lnR>
                      <a:noFill/>
                    </a:lnR>
                    <a:lnT>
                      <a:noFill/>
                    </a:lnT>
                    <a:lnB>
                      <a:noFill/>
                    </a:lnB>
                    <a:noFill/>
                  </a:tcPr>
                </a:tc>
                <a:extLst>
                  <a:ext uri="{0D108BD9-81ED-4DB2-BD59-A6C34878D82A}">
                    <a16:rowId xmlns:a16="http://schemas.microsoft.com/office/drawing/2014/main" val="3678009245"/>
                  </a:ext>
                </a:extLst>
              </a:tr>
              <a:tr h="255961">
                <a:tc>
                  <a:txBody>
                    <a:bodyPr/>
                    <a:lstStyle/>
                    <a:p>
                      <a:pPr>
                        <a:buNone/>
                      </a:pPr>
                      <a:endParaRPr lang="en-US" sz="1300"/>
                    </a:p>
                  </a:txBody>
                  <a:tcPr marL="63990" marR="63990" marT="31995" marB="31995" anchor="ctr">
                    <a:lnL>
                      <a:noFill/>
                    </a:lnL>
                    <a:lnR>
                      <a:noFill/>
                    </a:lnR>
                    <a:lnT>
                      <a:noFill/>
                    </a:lnT>
                    <a:lnB>
                      <a:noFill/>
                    </a:lnB>
                    <a:noFill/>
                  </a:tcPr>
                </a:tc>
                <a:tc>
                  <a:txBody>
                    <a:bodyPr/>
                    <a:lstStyle/>
                    <a:p>
                      <a:pPr>
                        <a:buNone/>
                      </a:pPr>
                      <a:r>
                        <a:rPr lang="en-US" sz="1300"/>
                        <a:t>12 vs CTRL003</a:t>
                      </a:r>
                    </a:p>
                  </a:txBody>
                  <a:tcPr marL="63990" marR="63990" marT="31995" marB="31995" anchor="ctr">
                    <a:lnL>
                      <a:noFill/>
                    </a:lnL>
                    <a:lnR>
                      <a:noFill/>
                    </a:lnR>
                    <a:lnT>
                      <a:noFill/>
                    </a:lnT>
                    <a:lnB>
                      <a:noFill/>
                    </a:lnB>
                    <a:noFill/>
                  </a:tcPr>
                </a:tc>
                <a:tc>
                  <a:txBody>
                    <a:bodyPr/>
                    <a:lstStyle/>
                    <a:p>
                      <a:pPr>
                        <a:buNone/>
                      </a:pPr>
                      <a:r>
                        <a:rPr lang="en-US" sz="1300"/>
                        <a:t>+2.1908</a:t>
                      </a:r>
                    </a:p>
                  </a:txBody>
                  <a:tcPr marL="63990" marR="63990" marT="31995" marB="31995" anchor="ctr">
                    <a:lnL>
                      <a:noFill/>
                    </a:lnL>
                    <a:lnR>
                      <a:noFill/>
                    </a:lnR>
                    <a:lnT>
                      <a:noFill/>
                    </a:lnT>
                    <a:lnB>
                      <a:noFill/>
                    </a:lnB>
                    <a:noFill/>
                  </a:tcPr>
                </a:tc>
                <a:tc>
                  <a:txBody>
                    <a:bodyPr/>
                    <a:lstStyle/>
                    <a:p>
                      <a:pPr>
                        <a:buNone/>
                      </a:pPr>
                      <a:r>
                        <a:rPr lang="en-US" sz="1300"/>
                        <a:t>Yes</a:t>
                      </a:r>
                    </a:p>
                  </a:txBody>
                  <a:tcPr marL="63990" marR="63990" marT="31995" marB="31995" anchor="ctr">
                    <a:lnL>
                      <a:noFill/>
                    </a:lnL>
                    <a:lnR>
                      <a:noFill/>
                    </a:lnR>
                    <a:lnT>
                      <a:noFill/>
                    </a:lnT>
                    <a:lnB>
                      <a:noFill/>
                    </a:lnB>
                    <a:noFill/>
                  </a:tcPr>
                </a:tc>
                <a:tc>
                  <a:txBody>
                    <a:bodyPr/>
                    <a:lstStyle/>
                    <a:p>
                      <a:pPr>
                        <a:buNone/>
                      </a:pPr>
                      <a:r>
                        <a:rPr lang="en-US" sz="1300" b="1"/>
                        <a:t>Truck &gt; Control</a:t>
                      </a:r>
                      <a:endParaRPr lang="en-US" sz="1300"/>
                    </a:p>
                  </a:txBody>
                  <a:tcPr marL="63990" marR="63990" marT="31995" marB="31995" anchor="ctr">
                    <a:lnL>
                      <a:noFill/>
                    </a:lnL>
                    <a:lnR>
                      <a:noFill/>
                    </a:lnR>
                    <a:lnT>
                      <a:noFill/>
                    </a:lnT>
                    <a:lnB>
                      <a:noFill/>
                    </a:lnB>
                    <a:noFill/>
                  </a:tcPr>
                </a:tc>
                <a:extLst>
                  <a:ext uri="{0D108BD9-81ED-4DB2-BD59-A6C34878D82A}">
                    <a16:rowId xmlns:a16="http://schemas.microsoft.com/office/drawing/2014/main" val="2809701835"/>
                  </a:ext>
                </a:extLst>
              </a:tr>
              <a:tr h="447932">
                <a:tc>
                  <a:txBody>
                    <a:bodyPr/>
                    <a:lstStyle/>
                    <a:p>
                      <a:pPr>
                        <a:buNone/>
                      </a:pPr>
                      <a:r>
                        <a:rPr lang="en-US" sz="1300"/>
                        <a:t>Parking Lot</a:t>
                      </a:r>
                    </a:p>
                  </a:txBody>
                  <a:tcPr marL="63990" marR="63990" marT="31995" marB="31995" anchor="ctr">
                    <a:lnL>
                      <a:noFill/>
                    </a:lnL>
                    <a:lnR>
                      <a:noFill/>
                    </a:lnR>
                    <a:lnT>
                      <a:noFill/>
                    </a:lnT>
                    <a:lnB>
                      <a:noFill/>
                    </a:lnB>
                    <a:noFill/>
                  </a:tcPr>
                </a:tc>
                <a:tc>
                  <a:txBody>
                    <a:bodyPr/>
                    <a:lstStyle/>
                    <a:p>
                      <a:pPr>
                        <a:buNone/>
                      </a:pPr>
                      <a:r>
                        <a:rPr lang="en-US" sz="1300"/>
                        <a:t>All</a:t>
                      </a:r>
                    </a:p>
                  </a:txBody>
                  <a:tcPr marL="63990" marR="63990" marT="31995" marB="31995" anchor="ctr">
                    <a:lnL>
                      <a:noFill/>
                    </a:lnL>
                    <a:lnR>
                      <a:noFill/>
                    </a:lnR>
                    <a:lnT>
                      <a:noFill/>
                    </a:lnT>
                    <a:lnB>
                      <a:noFill/>
                    </a:lnB>
                    <a:noFill/>
                  </a:tcPr>
                </a:tc>
                <a:tc>
                  <a:txBody>
                    <a:bodyPr/>
                    <a:lstStyle/>
                    <a:p>
                      <a:pPr>
                        <a:buNone/>
                      </a:pPr>
                      <a:r>
                        <a:rPr lang="en-US" sz="1300"/>
                        <a:t>—</a:t>
                      </a:r>
                    </a:p>
                  </a:txBody>
                  <a:tcPr marL="63990" marR="63990" marT="31995" marB="31995" anchor="ctr">
                    <a:lnL>
                      <a:noFill/>
                    </a:lnL>
                    <a:lnR>
                      <a:noFill/>
                    </a:lnR>
                    <a:lnT>
                      <a:noFill/>
                    </a:lnT>
                    <a:lnB>
                      <a:noFill/>
                    </a:lnB>
                    <a:noFill/>
                  </a:tcPr>
                </a:tc>
                <a:tc>
                  <a:txBody>
                    <a:bodyPr/>
                    <a:lstStyle/>
                    <a:p>
                      <a:pPr>
                        <a:buNone/>
                      </a:pPr>
                      <a:r>
                        <a:rPr lang="en-US" sz="1300"/>
                        <a:t>—</a:t>
                      </a:r>
                    </a:p>
                  </a:txBody>
                  <a:tcPr marL="63990" marR="63990" marT="31995" marB="31995" anchor="ctr">
                    <a:lnL>
                      <a:noFill/>
                    </a:lnL>
                    <a:lnR>
                      <a:noFill/>
                    </a:lnR>
                    <a:lnT>
                      <a:noFill/>
                    </a:lnT>
                    <a:lnB>
                      <a:noFill/>
                    </a:lnB>
                    <a:noFill/>
                  </a:tcPr>
                </a:tc>
                <a:tc>
                  <a:txBody>
                    <a:bodyPr/>
                    <a:lstStyle/>
                    <a:p>
                      <a:pPr>
                        <a:buNone/>
                      </a:pPr>
                      <a:r>
                        <a:rPr lang="en-US" sz="1300" dirty="0"/>
                        <a:t>One group only — model not run</a:t>
                      </a:r>
                    </a:p>
                  </a:txBody>
                  <a:tcPr marL="63990" marR="63990" marT="31995" marB="31995" anchor="ctr">
                    <a:lnL>
                      <a:noFill/>
                    </a:lnL>
                    <a:lnR>
                      <a:noFill/>
                    </a:lnR>
                    <a:lnT>
                      <a:noFill/>
                    </a:lnT>
                    <a:lnB>
                      <a:noFill/>
                    </a:lnB>
                    <a:noFill/>
                  </a:tcPr>
                </a:tc>
                <a:extLst>
                  <a:ext uri="{0D108BD9-81ED-4DB2-BD59-A6C34878D82A}">
                    <a16:rowId xmlns:a16="http://schemas.microsoft.com/office/drawing/2014/main" val="1711774231"/>
                  </a:ext>
                </a:extLst>
              </a:tr>
            </a:tbl>
          </a:graphicData>
        </a:graphic>
      </p:graphicFrame>
    </p:spTree>
    <p:extLst>
      <p:ext uri="{BB962C8B-B14F-4D97-AF65-F5344CB8AC3E}">
        <p14:creationId xmlns:p14="http://schemas.microsoft.com/office/powerpoint/2010/main" val="735885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D802-B51C-2742-B55D-3F3057E96D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943CED-E615-339D-E858-DF115AF8EBA0}"/>
              </a:ext>
            </a:extLst>
          </p:cNvPr>
          <p:cNvSpPr>
            <a:spLocks noGrp="1"/>
          </p:cNvSpPr>
          <p:nvPr>
            <p:ph idx="1"/>
          </p:nvPr>
        </p:nvSpPr>
        <p:spPr/>
        <p:txBody>
          <a:bodyPr/>
          <a:lstStyle/>
          <a:p>
            <a:r>
              <a:rPr lang="en-US" dirty="0"/>
              <a:t>Should severity type be removed for crash rate graphs</a:t>
            </a:r>
          </a:p>
          <a:p>
            <a:r>
              <a:rPr lang="en-US" dirty="0"/>
              <a:t>Should in out be included, removed or changed to new set up</a:t>
            </a:r>
          </a:p>
        </p:txBody>
      </p:sp>
      <p:sp>
        <p:nvSpPr>
          <p:cNvPr id="4" name="Footer Placeholder 3">
            <a:extLst>
              <a:ext uri="{FF2B5EF4-FFF2-40B4-BE49-F238E27FC236}">
                <a16:creationId xmlns:a16="http://schemas.microsoft.com/office/drawing/2014/main" id="{3300BA14-57F4-C140-BD34-42D31D4D88F2}"/>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C037AE16-49EE-B2C2-3B52-12EB0C3884E5}"/>
              </a:ext>
            </a:extLst>
          </p:cNvPr>
          <p:cNvSpPr>
            <a:spLocks noGrp="1"/>
          </p:cNvSpPr>
          <p:nvPr>
            <p:ph type="sldNum" sz="quarter" idx="4"/>
          </p:nvPr>
        </p:nvSpPr>
        <p:spPr/>
        <p:txBody>
          <a:bodyPr/>
          <a:lstStyle/>
          <a:p>
            <a:fld id="{80E8E832-D5BD-E340-9950-DA7B1292B12F}" type="slidenum">
              <a:rPr lang="en-US" smtClean="0"/>
              <a:t>24</a:t>
            </a:fld>
            <a:endParaRPr lang="en-US"/>
          </a:p>
        </p:txBody>
      </p:sp>
    </p:spTree>
    <p:extLst>
      <p:ext uri="{BB962C8B-B14F-4D97-AF65-F5344CB8AC3E}">
        <p14:creationId xmlns:p14="http://schemas.microsoft.com/office/powerpoint/2010/main" val="1595543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9FFB4-CE7C-5F47-2A43-8C199BAAAC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DD2143-056C-7EB8-4B04-5470372C8A72}"/>
              </a:ext>
            </a:extLst>
          </p:cNvPr>
          <p:cNvSpPr>
            <a:spLocks noGrp="1"/>
          </p:cNvSpPr>
          <p:nvPr>
            <p:ph idx="1"/>
          </p:nvPr>
        </p:nvSpPr>
        <p:spPr/>
        <p:txBody>
          <a:bodyPr/>
          <a:lstStyle/>
          <a:p>
            <a:r>
              <a:rPr lang="en-US" dirty="0"/>
              <a:t>Out of truck parking zone= More than 50 meters away and less than 3 miles away.</a:t>
            </a:r>
          </a:p>
        </p:txBody>
      </p:sp>
      <p:sp>
        <p:nvSpPr>
          <p:cNvPr id="4" name="Footer Placeholder 3">
            <a:extLst>
              <a:ext uri="{FF2B5EF4-FFF2-40B4-BE49-F238E27FC236}">
                <a16:creationId xmlns:a16="http://schemas.microsoft.com/office/drawing/2014/main" id="{693A6AE8-E0C9-6F3F-A44A-7A15D09F6AE1}"/>
              </a:ext>
            </a:extLst>
          </p:cNvPr>
          <p:cNvSpPr>
            <a:spLocks noGrp="1"/>
          </p:cNvSpPr>
          <p:nvPr>
            <p:ph type="ftr" sz="quarter" idx="3"/>
          </p:nvPr>
        </p:nvSpPr>
        <p:spPr/>
        <p:txBody>
          <a:bodyPr/>
          <a:lstStyle/>
          <a:p>
            <a:endParaRPr lang="en-US" dirty="0"/>
          </a:p>
        </p:txBody>
      </p:sp>
      <p:sp>
        <p:nvSpPr>
          <p:cNvPr id="5" name="Slide Number Placeholder 4">
            <a:extLst>
              <a:ext uri="{FF2B5EF4-FFF2-40B4-BE49-F238E27FC236}">
                <a16:creationId xmlns:a16="http://schemas.microsoft.com/office/drawing/2014/main" id="{DB6578DA-BD25-A8FB-0859-06952A57977B}"/>
              </a:ext>
            </a:extLst>
          </p:cNvPr>
          <p:cNvSpPr>
            <a:spLocks noGrp="1"/>
          </p:cNvSpPr>
          <p:nvPr>
            <p:ph type="sldNum" sz="quarter" idx="4"/>
          </p:nvPr>
        </p:nvSpPr>
        <p:spPr/>
        <p:txBody>
          <a:bodyPr/>
          <a:lstStyle/>
          <a:p>
            <a:fld id="{80E8E832-D5BD-E340-9950-DA7B1292B12F}" type="slidenum">
              <a:rPr lang="en-US" smtClean="0"/>
              <a:t>25</a:t>
            </a:fld>
            <a:endParaRPr lang="en-US"/>
          </a:p>
        </p:txBody>
      </p:sp>
      <p:pic>
        <p:nvPicPr>
          <p:cNvPr id="8" name="Picture 7">
            <a:extLst>
              <a:ext uri="{FF2B5EF4-FFF2-40B4-BE49-F238E27FC236}">
                <a16:creationId xmlns:a16="http://schemas.microsoft.com/office/drawing/2014/main" id="{D1FEC592-43AF-6EBD-DCA4-62FCFCAD8676}"/>
              </a:ext>
            </a:extLst>
          </p:cNvPr>
          <p:cNvPicPr>
            <a:picLocks noChangeAspect="1"/>
          </p:cNvPicPr>
          <p:nvPr/>
        </p:nvPicPr>
        <p:blipFill>
          <a:blip r:embed="rId2"/>
          <a:stretch>
            <a:fillRect/>
          </a:stretch>
        </p:blipFill>
        <p:spPr>
          <a:xfrm>
            <a:off x="726558" y="2986906"/>
            <a:ext cx="10983858" cy="3238952"/>
          </a:xfrm>
          <a:prstGeom prst="rect">
            <a:avLst/>
          </a:prstGeom>
        </p:spPr>
      </p:pic>
    </p:spTree>
    <p:extLst>
      <p:ext uri="{BB962C8B-B14F-4D97-AF65-F5344CB8AC3E}">
        <p14:creationId xmlns:p14="http://schemas.microsoft.com/office/powerpoint/2010/main" val="2603135963"/>
      </p:ext>
    </p:extLst>
  </p:cSld>
  <p:clrMapOvr>
    <a:masterClrMapping/>
  </p:clrMapOvr>
</p:sld>
</file>

<file path=ppt/theme/theme1.xml><?xml version="1.0" encoding="utf-8"?>
<a:theme xmlns:a="http://schemas.openxmlformats.org/drawingml/2006/main" name="ds-presentation-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1800" dirty="0" err="1" smtClean="0">
            <a:latin typeface="+mn-lt"/>
          </a:defRPr>
        </a:defPPr>
      </a:lstStyle>
    </a:txDef>
  </a:objectDefaults>
  <a:extraClrSchemeLst/>
  <a:extLst>
    <a:ext uri="{05A4C25C-085E-4340-85A3-A5531E510DB2}">
      <thm15:themeFamily xmlns:thm15="http://schemas.microsoft.com/office/thememl/2012/main" name="ds-presentation-theme" id="{2436A415-5041-3C4E-96A1-96F6640F354D}" vid="{448ED3EF-3D82-D549-A3BE-1581CEA05F2C}"/>
    </a:ext>
  </a:extLst>
</a:theme>
</file>

<file path=docProps/app.xml><?xml version="1.0" encoding="utf-8"?>
<Properties xmlns="http://schemas.openxmlformats.org/officeDocument/2006/extended-properties" xmlns:vt="http://schemas.openxmlformats.org/officeDocument/2006/docPropsVTypes">
  <Template>ds-presentation-theme (1)</Template>
  <TotalTime>5679</TotalTime>
  <Words>2026</Words>
  <Application>Microsoft Office PowerPoint</Application>
  <PresentationFormat>Widescreen</PresentationFormat>
  <Paragraphs>621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Calibri</vt:lpstr>
      <vt:lpstr>ds-presentation-theme</vt:lpstr>
      <vt:lpstr>Truck Parking</vt:lpstr>
      <vt:lpstr>Goal</vt:lpstr>
      <vt:lpstr>CMV</vt:lpstr>
      <vt:lpstr>CMV Involvement</vt:lpstr>
      <vt:lpstr>Adding direction</vt:lpstr>
      <vt:lpstr>Conflating with log mile data 30661 incidents within 50 meters of truck parking zone</vt:lpstr>
      <vt:lpstr>Problems</vt:lpstr>
      <vt:lpstr>Mislabeled directional points</vt:lpstr>
      <vt:lpstr>Parking lots with exits on the north and south sides</vt:lpstr>
      <vt:lpstr>Manual direction adding Exceptions</vt:lpstr>
      <vt:lpstr>Final Conflation with manual direction Excluded rows with nearest_zone='parking lot'. Remaining rows: 29019</vt:lpstr>
      <vt:lpstr>Field meanings</vt:lpstr>
      <vt:lpstr>Adding crash rate</vt:lpstr>
      <vt:lpstr>H test set up</vt:lpstr>
      <vt:lpstr>Hypothesis testing</vt:lpstr>
      <vt:lpstr>TESTS NOT WELL-SUITED FOR OUR SCENARIO</vt:lpstr>
      <vt:lpstr>PowerPoint Presentation</vt:lpstr>
      <vt:lpstr>In zone vs out zone  Z test + Poisson</vt:lpstr>
      <vt:lpstr>OBJECTID 9 vs CTRL001- Poisson + z-test</vt:lpstr>
      <vt:lpstr>OBJECTID 61 vs CTRL002 - Poisson + z-test</vt:lpstr>
      <vt:lpstr>OBJECTID 12 vs CTRL003 - Poisson + z-test</vt:lpstr>
      <vt:lpstr>Negative Binomial Model</vt:lpstr>
      <vt:lpstr>Negative Binomial Model – Per Zone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 Molka</dc:creator>
  <cp:lastModifiedBy>Ian Molka</cp:lastModifiedBy>
  <cp:revision>2</cp:revision>
  <dcterms:created xsi:type="dcterms:W3CDTF">2025-06-09T13:24:47Z</dcterms:created>
  <dcterms:modified xsi:type="dcterms:W3CDTF">2025-08-07T17:50:51Z</dcterms:modified>
</cp:coreProperties>
</file>