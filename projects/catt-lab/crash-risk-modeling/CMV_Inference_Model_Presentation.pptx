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3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EA92CF-C715-4E10-92D1-D642BAC0A8CE}" v="19" dt="2025-12-17T19:16:15.918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42" y="114"/>
      </p:cViewPr>
      <p:guideLst>
        <p:guide orient="horz" pos="2160"/>
        <p:guide pos="53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Molka" userId="9564e5e9fe772938" providerId="LiveId" clId="{520023C6-606F-4747-9BB9-F7D30393C1C5}"/>
    <pc:docChg chg="custSel addSld delSld modSld">
      <pc:chgData name="Ian Molka" userId="9564e5e9fe772938" providerId="LiveId" clId="{520023C6-606F-4747-9BB9-F7D30393C1C5}" dt="2025-12-17T19:16:15.970" v="433" actId="27636"/>
      <pc:docMkLst>
        <pc:docMk/>
      </pc:docMkLst>
      <pc:sldChg chg="modSp mod">
        <pc:chgData name="Ian Molka" userId="9564e5e9fe772938" providerId="LiveId" clId="{520023C6-606F-4747-9BB9-F7D30393C1C5}" dt="2025-12-17T16:12:07.125" v="19" actId="20577"/>
        <pc:sldMkLst>
          <pc:docMk/>
          <pc:sldMk cId="1074527218" sldId="256"/>
        </pc:sldMkLst>
        <pc:spChg chg="mod">
          <ac:chgData name="Ian Molka" userId="9564e5e9fe772938" providerId="LiveId" clId="{520023C6-606F-4747-9BB9-F7D30393C1C5}" dt="2025-12-17T16:11:55.571" v="18" actId="20577"/>
          <ac:spMkLst>
            <pc:docMk/>
            <pc:sldMk cId="1074527218" sldId="256"/>
            <ac:spMk id="2" creationId="{1931D358-71F7-95A7-DB78-E0C29850850B}"/>
          </ac:spMkLst>
        </pc:spChg>
        <pc:spChg chg="mod">
          <ac:chgData name="Ian Molka" userId="9564e5e9fe772938" providerId="LiveId" clId="{520023C6-606F-4747-9BB9-F7D30393C1C5}" dt="2025-12-17T16:12:07.125" v="19" actId="20577"/>
          <ac:spMkLst>
            <pc:docMk/>
            <pc:sldMk cId="1074527218" sldId="256"/>
            <ac:spMk id="4" creationId="{5371E5E7-6873-E484-C22C-D54E736C0743}"/>
          </ac:spMkLst>
        </pc:spChg>
      </pc:sldChg>
      <pc:sldChg chg="modSp new mod">
        <pc:chgData name="Ian Molka" userId="9564e5e9fe772938" providerId="LiveId" clId="{520023C6-606F-4747-9BB9-F7D30393C1C5}" dt="2025-12-17T16:12:48.466" v="64"/>
        <pc:sldMkLst>
          <pc:docMk/>
          <pc:sldMk cId="2279666217" sldId="257"/>
        </pc:sldMkLst>
        <pc:spChg chg="mod">
          <ac:chgData name="Ian Molka" userId="9564e5e9fe772938" providerId="LiveId" clId="{520023C6-606F-4747-9BB9-F7D30393C1C5}" dt="2025-12-17T16:12:47.396" v="63" actId="20577"/>
          <ac:spMkLst>
            <pc:docMk/>
            <pc:sldMk cId="2279666217" sldId="257"/>
            <ac:spMk id="2" creationId="{53F4BCC2-59CD-05FE-197B-3D889BADBA7E}"/>
          </ac:spMkLst>
        </pc:spChg>
        <pc:spChg chg="mod">
          <ac:chgData name="Ian Molka" userId="9564e5e9fe772938" providerId="LiveId" clId="{520023C6-606F-4747-9BB9-F7D30393C1C5}" dt="2025-12-17T16:12:48.466" v="64"/>
          <ac:spMkLst>
            <pc:docMk/>
            <pc:sldMk cId="2279666217" sldId="257"/>
            <ac:spMk id="3" creationId="{9D797061-FAA7-027D-A49C-83BF0EA8E5DE}"/>
          </ac:spMkLst>
        </pc:spChg>
      </pc:sldChg>
      <pc:sldChg chg="del">
        <pc:chgData name="Ian Molka" userId="9564e5e9fe772938" providerId="LiveId" clId="{520023C6-606F-4747-9BB9-F7D30393C1C5}" dt="2025-12-17T16:12:16.241" v="23" actId="47"/>
        <pc:sldMkLst>
          <pc:docMk/>
          <pc:sldMk cId="2693492198" sldId="257"/>
        </pc:sldMkLst>
      </pc:sldChg>
      <pc:sldChg chg="modSp new mod">
        <pc:chgData name="Ian Molka" userId="9564e5e9fe772938" providerId="LiveId" clId="{520023C6-606F-4747-9BB9-F7D30393C1C5}" dt="2025-12-17T16:49:44.937" v="351" actId="113"/>
        <pc:sldMkLst>
          <pc:docMk/>
          <pc:sldMk cId="2841069980" sldId="258"/>
        </pc:sldMkLst>
        <pc:spChg chg="mod">
          <ac:chgData name="Ian Molka" userId="9564e5e9fe772938" providerId="LiveId" clId="{520023C6-606F-4747-9BB9-F7D30393C1C5}" dt="2025-12-17T16:13:04.884" v="77" actId="20577"/>
          <ac:spMkLst>
            <pc:docMk/>
            <pc:sldMk cId="2841069980" sldId="258"/>
            <ac:spMk id="2" creationId="{964400D3-B76E-2EE3-BCA5-D25DFB99FD34}"/>
          </ac:spMkLst>
        </pc:spChg>
        <pc:spChg chg="mod">
          <ac:chgData name="Ian Molka" userId="9564e5e9fe772938" providerId="LiveId" clId="{520023C6-606F-4747-9BB9-F7D30393C1C5}" dt="2025-12-17T16:49:44.937" v="351" actId="113"/>
          <ac:spMkLst>
            <pc:docMk/>
            <pc:sldMk cId="2841069980" sldId="258"/>
            <ac:spMk id="3" creationId="{AB91AFC8-C157-E9F9-70D6-710EF91AE5F7}"/>
          </ac:spMkLst>
        </pc:spChg>
      </pc:sldChg>
      <pc:sldChg chg="del">
        <pc:chgData name="Ian Molka" userId="9564e5e9fe772938" providerId="LiveId" clId="{520023C6-606F-4747-9BB9-F7D30393C1C5}" dt="2025-12-17T16:12:15.448" v="21" actId="47"/>
        <pc:sldMkLst>
          <pc:docMk/>
          <pc:sldMk cId="2981044178" sldId="258"/>
        </pc:sldMkLst>
      </pc:sldChg>
      <pc:sldChg chg="modSp new mod">
        <pc:chgData name="Ian Molka" userId="9564e5e9fe772938" providerId="LiveId" clId="{520023C6-606F-4747-9BB9-F7D30393C1C5}" dt="2025-12-17T16:49:50.476" v="353" actId="113"/>
        <pc:sldMkLst>
          <pc:docMk/>
          <pc:sldMk cId="3400975272" sldId="259"/>
        </pc:sldMkLst>
        <pc:spChg chg="mod">
          <ac:chgData name="Ian Molka" userId="9564e5e9fe772938" providerId="LiveId" clId="{520023C6-606F-4747-9BB9-F7D30393C1C5}" dt="2025-12-17T16:13:35.165" v="83" actId="20577"/>
          <ac:spMkLst>
            <pc:docMk/>
            <pc:sldMk cId="3400975272" sldId="259"/>
            <ac:spMk id="2" creationId="{991BDD94-42E8-8EE4-DE96-01731B75BB9C}"/>
          </ac:spMkLst>
        </pc:spChg>
        <pc:spChg chg="mod">
          <ac:chgData name="Ian Molka" userId="9564e5e9fe772938" providerId="LiveId" clId="{520023C6-606F-4747-9BB9-F7D30393C1C5}" dt="2025-12-17T16:49:50.476" v="353" actId="113"/>
          <ac:spMkLst>
            <pc:docMk/>
            <pc:sldMk cId="3400975272" sldId="259"/>
            <ac:spMk id="3" creationId="{5A12A280-CF1A-7766-82E5-68E38DBC41A2}"/>
          </ac:spMkLst>
        </pc:spChg>
      </pc:sldChg>
      <pc:sldChg chg="del">
        <pc:chgData name="Ian Molka" userId="9564e5e9fe772938" providerId="LiveId" clId="{520023C6-606F-4747-9BB9-F7D30393C1C5}" dt="2025-12-17T16:12:16.590" v="24" actId="47"/>
        <pc:sldMkLst>
          <pc:docMk/>
          <pc:sldMk cId="1311358166" sldId="260"/>
        </pc:sldMkLst>
      </pc:sldChg>
      <pc:sldChg chg="modSp new mod">
        <pc:chgData name="Ian Molka" userId="9564e5e9fe772938" providerId="LiveId" clId="{520023C6-606F-4747-9BB9-F7D30393C1C5}" dt="2025-12-17T16:16:42.156" v="184" actId="113"/>
        <pc:sldMkLst>
          <pc:docMk/>
          <pc:sldMk cId="3729807590" sldId="260"/>
        </pc:sldMkLst>
        <pc:spChg chg="mod">
          <ac:chgData name="Ian Molka" userId="9564e5e9fe772938" providerId="LiveId" clId="{520023C6-606F-4747-9BB9-F7D30393C1C5}" dt="2025-12-17T16:16:22.479" v="177" actId="20577"/>
          <ac:spMkLst>
            <pc:docMk/>
            <pc:sldMk cId="3729807590" sldId="260"/>
            <ac:spMk id="2" creationId="{4EDD6AEB-7F33-EF7C-DCCB-FA8840CAF7C0}"/>
          </ac:spMkLst>
        </pc:spChg>
        <pc:spChg chg="mod">
          <ac:chgData name="Ian Molka" userId="9564e5e9fe772938" providerId="LiveId" clId="{520023C6-606F-4747-9BB9-F7D30393C1C5}" dt="2025-12-17T16:16:42.156" v="184" actId="113"/>
          <ac:spMkLst>
            <pc:docMk/>
            <pc:sldMk cId="3729807590" sldId="260"/>
            <ac:spMk id="3" creationId="{7AEEE398-C620-C7E2-0CFC-3A2F883FC89A}"/>
          </ac:spMkLst>
        </pc:spChg>
      </pc:sldChg>
      <pc:sldChg chg="modSp new mod">
        <pc:chgData name="Ian Molka" userId="9564e5e9fe772938" providerId="LiveId" clId="{520023C6-606F-4747-9BB9-F7D30393C1C5}" dt="2025-12-17T16:54:37.496" v="373" actId="20577"/>
        <pc:sldMkLst>
          <pc:docMk/>
          <pc:sldMk cId="2764644311" sldId="261"/>
        </pc:sldMkLst>
        <pc:spChg chg="mod">
          <ac:chgData name="Ian Molka" userId="9564e5e9fe772938" providerId="LiveId" clId="{520023C6-606F-4747-9BB9-F7D30393C1C5}" dt="2025-12-17T16:17:14.128" v="207" actId="20577"/>
          <ac:spMkLst>
            <pc:docMk/>
            <pc:sldMk cId="2764644311" sldId="261"/>
            <ac:spMk id="2" creationId="{A8198349-16E6-AD26-8B78-410CF0405789}"/>
          </ac:spMkLst>
        </pc:spChg>
        <pc:spChg chg="mod">
          <ac:chgData name="Ian Molka" userId="9564e5e9fe772938" providerId="LiveId" clId="{520023C6-606F-4747-9BB9-F7D30393C1C5}" dt="2025-12-17T16:54:37.496" v="373" actId="20577"/>
          <ac:spMkLst>
            <pc:docMk/>
            <pc:sldMk cId="2764644311" sldId="261"/>
            <ac:spMk id="3" creationId="{66060DD4-B733-2A66-19DB-8FACB8A3853A}"/>
          </ac:spMkLst>
        </pc:spChg>
      </pc:sldChg>
      <pc:sldChg chg="modSp new mod">
        <pc:chgData name="Ian Molka" userId="9564e5e9fe772938" providerId="LiveId" clId="{520023C6-606F-4747-9BB9-F7D30393C1C5}" dt="2025-12-17T16:58:33.378" v="375" actId="27636"/>
        <pc:sldMkLst>
          <pc:docMk/>
          <pc:sldMk cId="93132674" sldId="262"/>
        </pc:sldMkLst>
        <pc:spChg chg="mod">
          <ac:chgData name="Ian Molka" userId="9564e5e9fe772938" providerId="LiveId" clId="{520023C6-606F-4747-9BB9-F7D30393C1C5}" dt="2025-12-17T16:17:33.427" v="211"/>
          <ac:spMkLst>
            <pc:docMk/>
            <pc:sldMk cId="93132674" sldId="262"/>
            <ac:spMk id="2" creationId="{6FA3D693-2C66-7F6D-04F1-981390A84715}"/>
          </ac:spMkLst>
        </pc:spChg>
        <pc:spChg chg="mod">
          <ac:chgData name="Ian Molka" userId="9564e5e9fe772938" providerId="LiveId" clId="{520023C6-606F-4747-9BB9-F7D30393C1C5}" dt="2025-12-17T16:58:33.378" v="375" actId="27636"/>
          <ac:spMkLst>
            <pc:docMk/>
            <pc:sldMk cId="93132674" sldId="262"/>
            <ac:spMk id="3" creationId="{9FADF0BE-C920-963C-745D-F1C1DE7B42A6}"/>
          </ac:spMkLst>
        </pc:spChg>
      </pc:sldChg>
      <pc:sldChg chg="del">
        <pc:chgData name="Ian Molka" userId="9564e5e9fe772938" providerId="LiveId" clId="{520023C6-606F-4747-9BB9-F7D30393C1C5}" dt="2025-12-17T16:12:14.903" v="20" actId="47"/>
        <pc:sldMkLst>
          <pc:docMk/>
          <pc:sldMk cId="2446625208" sldId="263"/>
        </pc:sldMkLst>
      </pc:sldChg>
      <pc:sldChg chg="addSp delSp modSp new mod">
        <pc:chgData name="Ian Molka" userId="9564e5e9fe772938" providerId="LiveId" clId="{520023C6-606F-4747-9BB9-F7D30393C1C5}" dt="2025-12-17T17:59:45.195" v="381"/>
        <pc:sldMkLst>
          <pc:docMk/>
          <pc:sldMk cId="2614601978" sldId="263"/>
        </pc:sldMkLst>
        <pc:spChg chg="mod">
          <ac:chgData name="Ian Molka" userId="9564e5e9fe772938" providerId="LiveId" clId="{520023C6-606F-4747-9BB9-F7D30393C1C5}" dt="2025-12-17T16:18:16.835" v="239" actId="20577"/>
          <ac:spMkLst>
            <pc:docMk/>
            <pc:sldMk cId="2614601978" sldId="263"/>
            <ac:spMk id="2" creationId="{65358BBF-2D76-FF58-626B-99A8EE8F37EF}"/>
          </ac:spMkLst>
        </pc:spChg>
        <pc:spChg chg="del">
          <ac:chgData name="Ian Molka" userId="9564e5e9fe772938" providerId="LiveId" clId="{520023C6-606F-4747-9BB9-F7D30393C1C5}" dt="2025-12-17T16:18:18.074" v="240"/>
          <ac:spMkLst>
            <pc:docMk/>
            <pc:sldMk cId="2614601978" sldId="263"/>
            <ac:spMk id="3" creationId="{0282055F-B796-5DE9-EB1C-7FC6FEEF6312}"/>
          </ac:spMkLst>
        </pc:spChg>
        <pc:spChg chg="add mod">
          <ac:chgData name="Ian Molka" userId="9564e5e9fe772938" providerId="LiveId" clId="{520023C6-606F-4747-9BB9-F7D30393C1C5}" dt="2025-12-17T16:25:22.954" v="344" actId="20577"/>
          <ac:spMkLst>
            <pc:docMk/>
            <pc:sldMk cId="2614601978" sldId="263"/>
            <ac:spMk id="6" creationId="{1F018B16-63AF-841F-82BE-0FA1A4950DEC}"/>
          </ac:spMkLst>
        </pc:spChg>
        <pc:spChg chg="add mod">
          <ac:chgData name="Ian Molka" userId="9564e5e9fe772938" providerId="LiveId" clId="{520023C6-606F-4747-9BB9-F7D30393C1C5}" dt="2025-12-17T17:59:13.902" v="376" actId="1076"/>
          <ac:spMkLst>
            <pc:docMk/>
            <pc:sldMk cId="2614601978" sldId="263"/>
            <ac:spMk id="8" creationId="{850697A9-D9F7-4E21-1EBF-8FF919C4C199}"/>
          </ac:spMkLst>
        </pc:spChg>
        <pc:graphicFrameChg chg="add mod modGraphic">
          <ac:chgData name="Ian Molka" userId="9564e5e9fe772938" providerId="LiveId" clId="{520023C6-606F-4747-9BB9-F7D30393C1C5}" dt="2025-12-17T17:59:45.195" v="381"/>
          <ac:graphicFrameMkLst>
            <pc:docMk/>
            <pc:sldMk cId="2614601978" sldId="263"/>
            <ac:graphicFrameMk id="9" creationId="{A6A00F30-4015-0B5D-DDC7-8BC847497406}"/>
          </ac:graphicFrameMkLst>
        </pc:graphicFrameChg>
      </pc:sldChg>
      <pc:sldChg chg="del">
        <pc:chgData name="Ian Molka" userId="9564e5e9fe772938" providerId="LiveId" clId="{520023C6-606F-4747-9BB9-F7D30393C1C5}" dt="2025-12-17T16:12:15.895" v="22" actId="47"/>
        <pc:sldMkLst>
          <pc:docMk/>
          <pc:sldMk cId="928717892" sldId="264"/>
        </pc:sldMkLst>
      </pc:sldChg>
      <pc:sldChg chg="modSp new mod">
        <pc:chgData name="Ian Molka" userId="9564e5e9fe772938" providerId="LiveId" clId="{520023C6-606F-4747-9BB9-F7D30393C1C5}" dt="2025-12-17T16:21:39.301" v="323" actId="27636"/>
        <pc:sldMkLst>
          <pc:docMk/>
          <pc:sldMk cId="2220985873" sldId="264"/>
        </pc:sldMkLst>
        <pc:spChg chg="mod">
          <ac:chgData name="Ian Molka" userId="9564e5e9fe772938" providerId="LiveId" clId="{520023C6-606F-4747-9BB9-F7D30393C1C5}" dt="2025-12-17T16:21:37.766" v="321" actId="20577"/>
          <ac:spMkLst>
            <pc:docMk/>
            <pc:sldMk cId="2220985873" sldId="264"/>
            <ac:spMk id="2" creationId="{0D1B06BC-3943-44D6-0953-9081BAC252DF}"/>
          </ac:spMkLst>
        </pc:spChg>
        <pc:spChg chg="mod">
          <ac:chgData name="Ian Molka" userId="9564e5e9fe772938" providerId="LiveId" clId="{520023C6-606F-4747-9BB9-F7D30393C1C5}" dt="2025-12-17T16:21:39.301" v="323" actId="27636"/>
          <ac:spMkLst>
            <pc:docMk/>
            <pc:sldMk cId="2220985873" sldId="264"/>
            <ac:spMk id="3" creationId="{95589E7A-38B8-2C52-C321-D9876D14372F}"/>
          </ac:spMkLst>
        </pc:spChg>
      </pc:sldChg>
      <pc:sldChg chg="del">
        <pc:chgData name="Ian Molka" userId="9564e5e9fe772938" providerId="LiveId" clId="{520023C6-606F-4747-9BB9-F7D30393C1C5}" dt="2025-12-17T16:12:16.920" v="25" actId="47"/>
        <pc:sldMkLst>
          <pc:docMk/>
          <pc:sldMk cId="3481703857" sldId="265"/>
        </pc:sldMkLst>
      </pc:sldChg>
      <pc:sldChg chg="modSp new mod">
        <pc:chgData name="Ian Molka" userId="9564e5e9fe772938" providerId="LiveId" clId="{520023C6-606F-4747-9BB9-F7D30393C1C5}" dt="2025-12-17T19:16:15.970" v="433" actId="27636"/>
        <pc:sldMkLst>
          <pc:docMk/>
          <pc:sldMk cId="3796127961" sldId="265"/>
        </pc:sldMkLst>
        <pc:spChg chg="mod">
          <ac:chgData name="Ian Molka" userId="9564e5e9fe772938" providerId="LiveId" clId="{520023C6-606F-4747-9BB9-F7D30393C1C5}" dt="2025-12-17T19:14:53.323" v="431" actId="20577"/>
          <ac:spMkLst>
            <pc:docMk/>
            <pc:sldMk cId="3796127961" sldId="265"/>
            <ac:spMk id="2" creationId="{9B823951-93C7-FA24-4E77-9710EA303634}"/>
          </ac:spMkLst>
        </pc:spChg>
        <pc:spChg chg="mod">
          <ac:chgData name="Ian Molka" userId="9564e5e9fe772938" providerId="LiveId" clId="{520023C6-606F-4747-9BB9-F7D30393C1C5}" dt="2025-12-17T19:16:15.970" v="433" actId="27636"/>
          <ac:spMkLst>
            <pc:docMk/>
            <pc:sldMk cId="3796127961" sldId="265"/>
            <ac:spMk id="3" creationId="{B79CB0C8-B141-85CC-1A89-AA32E1306B5F}"/>
          </ac:spMkLst>
        </pc:spChg>
      </pc:sldChg>
      <pc:sldChg chg="del">
        <pc:chgData name="Ian Molka" userId="9564e5e9fe772938" providerId="LiveId" clId="{520023C6-606F-4747-9BB9-F7D30393C1C5}" dt="2025-12-17T16:12:17.203" v="26" actId="47"/>
        <pc:sldMkLst>
          <pc:docMk/>
          <pc:sldMk cId="3307362678" sldId="266"/>
        </pc:sldMkLst>
      </pc:sldChg>
      <pc:sldChg chg="del">
        <pc:chgData name="Ian Molka" userId="9564e5e9fe772938" providerId="LiveId" clId="{520023C6-606F-4747-9BB9-F7D30393C1C5}" dt="2025-12-17T16:12:17.380" v="27" actId="47"/>
        <pc:sldMkLst>
          <pc:docMk/>
          <pc:sldMk cId="3250907933" sldId="267"/>
        </pc:sldMkLst>
      </pc:sldChg>
      <pc:sldChg chg="del">
        <pc:chgData name="Ian Molka" userId="9564e5e9fe772938" providerId="LiveId" clId="{520023C6-606F-4747-9BB9-F7D30393C1C5}" dt="2025-12-17T16:12:17.573" v="28" actId="47"/>
        <pc:sldMkLst>
          <pc:docMk/>
          <pc:sldMk cId="1092965272" sldId="268"/>
        </pc:sldMkLst>
      </pc:sldChg>
      <pc:sldChg chg="del">
        <pc:chgData name="Ian Molka" userId="9564e5e9fe772938" providerId="LiveId" clId="{520023C6-606F-4747-9BB9-F7D30393C1C5}" dt="2025-12-17T16:12:17.769" v="29" actId="47"/>
        <pc:sldMkLst>
          <pc:docMk/>
          <pc:sldMk cId="2057458270" sldId="269"/>
        </pc:sldMkLst>
      </pc:sldChg>
      <pc:sldChg chg="del">
        <pc:chgData name="Ian Molka" userId="9564e5e9fe772938" providerId="LiveId" clId="{520023C6-606F-4747-9BB9-F7D30393C1C5}" dt="2025-12-17T16:12:17.980" v="30" actId="47"/>
        <pc:sldMkLst>
          <pc:docMk/>
          <pc:sldMk cId="457158814" sldId="270"/>
        </pc:sldMkLst>
      </pc:sldChg>
      <pc:sldChg chg="del">
        <pc:chgData name="Ian Molka" userId="9564e5e9fe772938" providerId="LiveId" clId="{520023C6-606F-4747-9BB9-F7D30393C1C5}" dt="2025-12-17T16:12:18.155" v="31" actId="47"/>
        <pc:sldMkLst>
          <pc:docMk/>
          <pc:sldMk cId="3073024277" sldId="271"/>
        </pc:sldMkLst>
      </pc:sldChg>
      <pc:sldChg chg="del">
        <pc:chgData name="Ian Molka" userId="9564e5e9fe772938" providerId="LiveId" clId="{520023C6-606F-4747-9BB9-F7D30393C1C5}" dt="2025-12-17T16:12:20.755" v="43" actId="47"/>
        <pc:sldMkLst>
          <pc:docMk/>
          <pc:sldMk cId="2603135963" sldId="272"/>
        </pc:sldMkLst>
      </pc:sldChg>
      <pc:sldChg chg="del">
        <pc:chgData name="Ian Molka" userId="9564e5e9fe772938" providerId="LiveId" clId="{520023C6-606F-4747-9BB9-F7D30393C1C5}" dt="2025-12-17T16:12:18.477" v="33" actId="47"/>
        <pc:sldMkLst>
          <pc:docMk/>
          <pc:sldMk cId="3554437211" sldId="273"/>
        </pc:sldMkLst>
      </pc:sldChg>
      <pc:sldChg chg="del">
        <pc:chgData name="Ian Molka" userId="9564e5e9fe772938" providerId="LiveId" clId="{520023C6-606F-4747-9BB9-F7D30393C1C5}" dt="2025-12-17T16:12:18.622" v="34" actId="47"/>
        <pc:sldMkLst>
          <pc:docMk/>
          <pc:sldMk cId="3933338751" sldId="274"/>
        </pc:sldMkLst>
      </pc:sldChg>
      <pc:sldChg chg="del">
        <pc:chgData name="Ian Molka" userId="9564e5e9fe772938" providerId="LiveId" clId="{520023C6-606F-4747-9BB9-F7D30393C1C5}" dt="2025-12-17T16:12:18.776" v="35" actId="47"/>
        <pc:sldMkLst>
          <pc:docMk/>
          <pc:sldMk cId="870259443" sldId="275"/>
        </pc:sldMkLst>
      </pc:sldChg>
      <pc:sldChg chg="del">
        <pc:chgData name="Ian Molka" userId="9564e5e9fe772938" providerId="LiveId" clId="{520023C6-606F-4747-9BB9-F7D30393C1C5}" dt="2025-12-17T16:12:18.957" v="36" actId="47"/>
        <pc:sldMkLst>
          <pc:docMk/>
          <pc:sldMk cId="753108032" sldId="276"/>
        </pc:sldMkLst>
      </pc:sldChg>
      <pc:sldChg chg="del">
        <pc:chgData name="Ian Molka" userId="9564e5e9fe772938" providerId="LiveId" clId="{520023C6-606F-4747-9BB9-F7D30393C1C5}" dt="2025-12-17T16:12:19.277" v="38" actId="47"/>
        <pc:sldMkLst>
          <pc:docMk/>
          <pc:sldMk cId="3467626137" sldId="277"/>
        </pc:sldMkLst>
      </pc:sldChg>
      <pc:sldChg chg="del">
        <pc:chgData name="Ian Molka" userId="9564e5e9fe772938" providerId="LiveId" clId="{520023C6-606F-4747-9BB9-F7D30393C1C5}" dt="2025-12-17T16:12:19.118" v="37" actId="47"/>
        <pc:sldMkLst>
          <pc:docMk/>
          <pc:sldMk cId="1783863472" sldId="278"/>
        </pc:sldMkLst>
      </pc:sldChg>
      <pc:sldChg chg="del">
        <pc:chgData name="Ian Molka" userId="9564e5e9fe772938" providerId="LiveId" clId="{520023C6-606F-4747-9BB9-F7D30393C1C5}" dt="2025-12-17T16:12:19.412" v="39" actId="47"/>
        <pc:sldMkLst>
          <pc:docMk/>
          <pc:sldMk cId="1982983024" sldId="279"/>
        </pc:sldMkLst>
      </pc:sldChg>
      <pc:sldChg chg="del">
        <pc:chgData name="Ian Molka" userId="9564e5e9fe772938" providerId="LiveId" clId="{520023C6-606F-4747-9BB9-F7D30393C1C5}" dt="2025-12-17T16:12:19.573" v="40" actId="47"/>
        <pc:sldMkLst>
          <pc:docMk/>
          <pc:sldMk cId="3397461349" sldId="280"/>
        </pc:sldMkLst>
      </pc:sldChg>
      <pc:sldChg chg="del">
        <pc:chgData name="Ian Molka" userId="9564e5e9fe772938" providerId="LiveId" clId="{520023C6-606F-4747-9BB9-F7D30393C1C5}" dt="2025-12-17T16:12:19.726" v="41" actId="47"/>
        <pc:sldMkLst>
          <pc:docMk/>
          <pc:sldMk cId="735885519" sldId="281"/>
        </pc:sldMkLst>
      </pc:sldChg>
      <pc:sldChg chg="del">
        <pc:chgData name="Ian Molka" userId="9564e5e9fe772938" providerId="LiveId" clId="{520023C6-606F-4747-9BB9-F7D30393C1C5}" dt="2025-12-17T16:12:18.327" v="32" actId="47"/>
        <pc:sldMkLst>
          <pc:docMk/>
          <pc:sldMk cId="800114173" sldId="282"/>
        </pc:sldMkLst>
      </pc:sldChg>
      <pc:sldChg chg="del">
        <pc:chgData name="Ian Molka" userId="9564e5e9fe772938" providerId="LiveId" clId="{520023C6-606F-4747-9BB9-F7D30393C1C5}" dt="2025-12-17T16:12:20.186" v="42" actId="47"/>
        <pc:sldMkLst>
          <pc:docMk/>
          <pc:sldMk cId="1595543160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mfranz1@umd.edu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985A112-6C98-4C11-4E05-5002D87F099E}"/>
              </a:ext>
            </a:extLst>
          </p:cNvPr>
          <p:cNvSpPr/>
          <p:nvPr/>
        </p:nvSpPr>
        <p:spPr>
          <a:xfrm>
            <a:off x="0" y="0"/>
            <a:ext cx="12191999" cy="2057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A road with buildings and trees&#10;&#10;Description automatically generated with medium confidence">
            <a:extLst>
              <a:ext uri="{FF2B5EF4-FFF2-40B4-BE49-F238E27FC236}">
                <a16:creationId xmlns:a16="http://schemas.microsoft.com/office/drawing/2014/main" id="{EB3B9C23-4CF8-B83A-78DF-98804A95C8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836"/>
          <a:stretch/>
        </p:blipFill>
        <p:spPr>
          <a:xfrm>
            <a:off x="10272783" y="-1"/>
            <a:ext cx="1919217" cy="2057400"/>
          </a:xfrm>
          <a:prstGeom prst="rect">
            <a:avLst/>
          </a:prstGeom>
        </p:spPr>
      </p:pic>
      <p:pic>
        <p:nvPicPr>
          <p:cNvPr id="52" name="Picture 51" descr="A car on a road at night&#10;&#10;Description automatically generated">
            <a:extLst>
              <a:ext uri="{FF2B5EF4-FFF2-40B4-BE49-F238E27FC236}">
                <a16:creationId xmlns:a16="http://schemas.microsoft.com/office/drawing/2014/main" id="{1B92156D-8584-4F4F-9DDC-DF56E6F525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32"/>
          <a:stretch/>
        </p:blipFill>
        <p:spPr>
          <a:xfrm>
            <a:off x="0" y="0"/>
            <a:ext cx="4466336" cy="205740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D6258CA8-763E-BB2E-4268-A38B1AA32F48}"/>
              </a:ext>
            </a:extLst>
          </p:cNvPr>
          <p:cNvGrpSpPr/>
          <p:nvPr/>
        </p:nvGrpSpPr>
        <p:grpSpPr>
          <a:xfrm>
            <a:off x="228914" y="4236296"/>
            <a:ext cx="11592816" cy="2628901"/>
            <a:chOff x="786698" y="2114549"/>
            <a:chExt cx="11592816" cy="262890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F7CAF52-49ED-C8AA-E2F2-7D6C0964EFD3}"/>
                </a:ext>
              </a:extLst>
            </p:cNvPr>
            <p:cNvGrpSpPr/>
            <p:nvPr/>
          </p:nvGrpSpPr>
          <p:grpSpPr>
            <a:xfrm>
              <a:off x="986589" y="2114549"/>
              <a:ext cx="11392925" cy="2628901"/>
              <a:chOff x="0" y="4229096"/>
              <a:chExt cx="11392925" cy="2628901"/>
            </a:xfrm>
          </p:grpSpPr>
          <p:pic>
            <p:nvPicPr>
              <p:cNvPr id="41" name="Google Shape;121;p1" descr="https://ibecreative.co.uk/wp-content/uploads/2014/04/icon-design.png">
                <a:extLst>
                  <a:ext uri="{FF2B5EF4-FFF2-40B4-BE49-F238E27FC236}">
                    <a16:creationId xmlns:a16="http://schemas.microsoft.com/office/drawing/2014/main" id="{F136C161-D6AD-212C-907B-9214E0FB3812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b="7998"/>
              <a:stretch/>
            </p:blipFill>
            <p:spPr>
              <a:xfrm>
                <a:off x="0" y="4229096"/>
                <a:ext cx="11392925" cy="262890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AD3A201-72C8-370D-45F3-398CE66477E1}"/>
                  </a:ext>
                </a:extLst>
              </p:cNvPr>
              <p:cNvGrpSpPr/>
              <p:nvPr/>
            </p:nvGrpSpPr>
            <p:grpSpPr>
              <a:xfrm>
                <a:off x="226929" y="4800599"/>
                <a:ext cx="10752090" cy="1615653"/>
                <a:chOff x="226929" y="4800599"/>
                <a:chExt cx="10752090" cy="1615653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19C3158-D794-2859-288A-4D788ADBD6B7}"/>
                    </a:ext>
                  </a:extLst>
                </p:cNvPr>
                <p:cNvSpPr/>
                <p:nvPr/>
              </p:nvSpPr>
              <p:spPr>
                <a:xfrm>
                  <a:off x="226929" y="5037992"/>
                  <a:ext cx="10752090" cy="126609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7B048B8-601B-FC0F-4FE9-5F6D8E9D2D94}"/>
                    </a:ext>
                  </a:extLst>
                </p:cNvPr>
                <p:cNvSpPr/>
                <p:nvPr/>
              </p:nvSpPr>
              <p:spPr>
                <a:xfrm>
                  <a:off x="730664" y="4880767"/>
                  <a:ext cx="482317" cy="111558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0835CEA-FC7D-862C-FDF9-F51B70D816F9}"/>
                    </a:ext>
                  </a:extLst>
                </p:cNvPr>
                <p:cNvSpPr/>
                <p:nvPr/>
              </p:nvSpPr>
              <p:spPr>
                <a:xfrm>
                  <a:off x="3766481" y="4873902"/>
                  <a:ext cx="954988" cy="111558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563ECDC3-F5FE-7A78-9D23-63D6F162B133}"/>
                    </a:ext>
                  </a:extLst>
                </p:cNvPr>
                <p:cNvSpPr/>
                <p:nvPr/>
              </p:nvSpPr>
              <p:spPr>
                <a:xfrm>
                  <a:off x="6842139" y="4800599"/>
                  <a:ext cx="954988" cy="111558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F4D995A-B637-CC95-DEA8-DF9A7AE094DA}"/>
                    </a:ext>
                  </a:extLst>
                </p:cNvPr>
                <p:cNvSpPr/>
                <p:nvPr/>
              </p:nvSpPr>
              <p:spPr>
                <a:xfrm>
                  <a:off x="8280182" y="4828940"/>
                  <a:ext cx="954988" cy="111558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DB0F2261-1D10-5FE6-231F-E49673BF44C3}"/>
                    </a:ext>
                  </a:extLst>
                </p:cNvPr>
                <p:cNvSpPr/>
                <p:nvPr/>
              </p:nvSpPr>
              <p:spPr>
                <a:xfrm>
                  <a:off x="9497435" y="5011616"/>
                  <a:ext cx="1481584" cy="10578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554E443B-C93B-F69F-FF7B-E4685A497F37}"/>
                    </a:ext>
                  </a:extLst>
                </p:cNvPr>
                <p:cNvSpPr/>
                <p:nvPr/>
              </p:nvSpPr>
              <p:spPr>
                <a:xfrm>
                  <a:off x="8487950" y="5358392"/>
                  <a:ext cx="1481584" cy="10578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E65394B5-87B7-5789-928C-DCC3D9B45B2A}"/>
                    </a:ext>
                  </a:extLst>
                </p:cNvPr>
                <p:cNvSpPr/>
                <p:nvPr/>
              </p:nvSpPr>
              <p:spPr>
                <a:xfrm>
                  <a:off x="5241053" y="4886667"/>
                  <a:ext cx="682549" cy="10578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37" name="Google Shape;131;p1" descr="http://www.umtri.umich.edu/sites/default/files/images/critical-issues/Con-Tech-icon.gif">
              <a:extLst>
                <a:ext uri="{FF2B5EF4-FFF2-40B4-BE49-F238E27FC236}">
                  <a16:creationId xmlns:a16="http://schemas.microsoft.com/office/drawing/2014/main" id="{C4FFE949-3C06-1503-A2B9-1E0C4B9CBCC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6698" y="3033500"/>
              <a:ext cx="1029444" cy="10294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141;p1" descr="https://ibecreative.co.uk/wp-content/uploads/2014/04/icon-design.png">
              <a:extLst>
                <a:ext uri="{FF2B5EF4-FFF2-40B4-BE49-F238E27FC236}">
                  <a16:creationId xmlns:a16="http://schemas.microsoft.com/office/drawing/2014/main" id="{8401E924-3C70-BD2B-C617-38D0335A5A4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59735" t="25332" r="31173" b="32000"/>
            <a:stretch/>
          </p:blipFill>
          <p:spPr>
            <a:xfrm>
              <a:off x="7018093" y="2938622"/>
              <a:ext cx="1066802" cy="12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143;p1" descr="https://ibecreative.co.uk/wp-content/uploads/2014/04/icon-design.png">
              <a:extLst>
                <a:ext uri="{FF2B5EF4-FFF2-40B4-BE49-F238E27FC236}">
                  <a16:creationId xmlns:a16="http://schemas.microsoft.com/office/drawing/2014/main" id="{D9EB9EFC-4AB2-784D-EECE-C0F72F12144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7522" t="27998" r="71438" b="34667"/>
            <a:stretch/>
          </p:blipFill>
          <p:spPr>
            <a:xfrm>
              <a:off x="2425935" y="3014822"/>
              <a:ext cx="1295401" cy="106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151;p1" descr="A close up of a sign&#10;&#10;Description generated with high confidence">
              <a:extLst>
                <a:ext uri="{FF2B5EF4-FFF2-40B4-BE49-F238E27FC236}">
                  <a16:creationId xmlns:a16="http://schemas.microsoft.com/office/drawing/2014/main" id="{71A01D2E-F449-548F-6DEC-44543286096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31129" y="2988498"/>
              <a:ext cx="2077171" cy="1120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B2F444-17D4-B02A-14DB-13525B277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103120"/>
            <a:ext cx="11887200" cy="822960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EB5F1-01E8-F1CB-F762-1C13645CE8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" y="3337560"/>
            <a:ext cx="8705850" cy="1097280"/>
          </a:xfrm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authors</a:t>
            </a:r>
          </a:p>
        </p:txBody>
      </p:sp>
      <p:pic>
        <p:nvPicPr>
          <p:cNvPr id="10" name="Google Shape;118;p1">
            <a:extLst>
              <a:ext uri="{FF2B5EF4-FFF2-40B4-BE49-F238E27FC236}">
                <a16:creationId xmlns:a16="http://schemas.microsoft.com/office/drawing/2014/main" id="{D955E50D-3C0F-6BD9-7AC3-5FFA4B59692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b="3564"/>
          <a:stretch/>
        </p:blipFill>
        <p:spPr>
          <a:xfrm>
            <a:off x="5897352" y="0"/>
            <a:ext cx="2844562" cy="2057400"/>
          </a:xfrm>
          <a:prstGeom prst="parallelogram">
            <a:avLst>
              <a:gd name="adj" fmla="val 45415"/>
            </a:avLst>
          </a:prstGeom>
          <a:noFill/>
          <a:ln>
            <a:noFill/>
          </a:ln>
        </p:spPr>
      </p:pic>
      <p:pic>
        <p:nvPicPr>
          <p:cNvPr id="11" name="Google Shape;119;p1">
            <a:extLst>
              <a:ext uri="{FF2B5EF4-FFF2-40B4-BE49-F238E27FC236}">
                <a16:creationId xmlns:a16="http://schemas.microsoft.com/office/drawing/2014/main" id="{33209A8B-4447-2A81-0B06-2437C9ECAB7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t="1" r="8213" b="3411"/>
          <a:stretch/>
        </p:blipFill>
        <p:spPr>
          <a:xfrm>
            <a:off x="8035057" y="0"/>
            <a:ext cx="2943962" cy="2057400"/>
          </a:xfrm>
          <a:prstGeom prst="parallelogram">
            <a:avLst>
              <a:gd name="adj" fmla="val 45138"/>
            </a:avLst>
          </a:prstGeom>
          <a:noFill/>
          <a:ln>
            <a:noFill/>
          </a:ln>
        </p:spPr>
      </p:pic>
      <p:pic>
        <p:nvPicPr>
          <p:cNvPr id="12" name="Google Shape;153;p1">
            <a:extLst>
              <a:ext uri="{FF2B5EF4-FFF2-40B4-BE49-F238E27FC236}">
                <a16:creationId xmlns:a16="http://schemas.microsoft.com/office/drawing/2014/main" id="{FF4B7236-C149-AD73-A7CE-ED0A113A95F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b="3247"/>
          <a:stretch/>
        </p:blipFill>
        <p:spPr>
          <a:xfrm>
            <a:off x="3766481" y="-1"/>
            <a:ext cx="2835286" cy="2057400"/>
          </a:xfrm>
          <a:prstGeom prst="parallelogram">
            <a:avLst>
              <a:gd name="adj" fmla="val 45263"/>
            </a:avLst>
          </a:prstGeom>
          <a:noFill/>
          <a:ln>
            <a:noFill/>
          </a:ln>
        </p:spPr>
      </p:pic>
      <p:grpSp>
        <p:nvGrpSpPr>
          <p:cNvPr id="16" name="Google Shape;146;p1">
            <a:extLst>
              <a:ext uri="{FF2B5EF4-FFF2-40B4-BE49-F238E27FC236}">
                <a16:creationId xmlns:a16="http://schemas.microsoft.com/office/drawing/2014/main" id="{373955A0-4C1C-7C06-87ED-726A8B73C77C}"/>
              </a:ext>
            </a:extLst>
          </p:cNvPr>
          <p:cNvGrpSpPr/>
          <p:nvPr/>
        </p:nvGrpSpPr>
        <p:grpSpPr>
          <a:xfrm rot="10800000">
            <a:off x="7904645" y="4560915"/>
            <a:ext cx="4287354" cy="2304285"/>
            <a:chOff x="185032" y="0"/>
            <a:chExt cx="4287354" cy="2130952"/>
          </a:xfrm>
          <a:solidFill>
            <a:srgbClr val="214E91"/>
          </a:solidFill>
        </p:grpSpPr>
        <p:sp>
          <p:nvSpPr>
            <p:cNvPr id="18" name="Google Shape;147;p1">
              <a:extLst>
                <a:ext uri="{FF2B5EF4-FFF2-40B4-BE49-F238E27FC236}">
                  <a16:creationId xmlns:a16="http://schemas.microsoft.com/office/drawing/2014/main" id="{7DB71E0B-123F-2C39-5BC0-A76573612C97}"/>
                </a:ext>
              </a:extLst>
            </p:cNvPr>
            <p:cNvSpPr/>
            <p:nvPr/>
          </p:nvSpPr>
          <p:spPr>
            <a:xfrm>
              <a:off x="663974" y="0"/>
              <a:ext cx="3808412" cy="2130950"/>
            </a:xfrm>
            <a:prstGeom prst="parallelogram">
              <a:avLst>
                <a:gd name="adj" fmla="val 44667"/>
              </a:avLst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48;p1">
              <a:extLst>
                <a:ext uri="{FF2B5EF4-FFF2-40B4-BE49-F238E27FC236}">
                  <a16:creationId xmlns:a16="http://schemas.microsoft.com/office/drawing/2014/main" id="{C0AF653F-6750-4981-F926-ADB7EF6FC51B}"/>
                </a:ext>
              </a:extLst>
            </p:cNvPr>
            <p:cNvSpPr/>
            <p:nvPr/>
          </p:nvSpPr>
          <p:spPr>
            <a:xfrm>
              <a:off x="185032" y="2"/>
              <a:ext cx="3085222" cy="2130950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8790C14F-CD51-15E9-8189-D3731AB846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63975" y="2971801"/>
            <a:ext cx="2375624" cy="320040"/>
          </a:xfrm>
        </p:spPr>
        <p:txBody>
          <a:bodyPr>
            <a:normAutofit/>
          </a:bodyPr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/>
              <a:t>Click to insert task no.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8B5FD69E-EB4B-5198-47D1-3B769A3D5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" y="2971800"/>
            <a:ext cx="8705850" cy="320040"/>
          </a:xfrm>
        </p:spPr>
        <p:txBody>
          <a:bodyPr>
            <a:normAutofit/>
          </a:bodyPr>
          <a:lstStyle>
            <a:lvl1pPr marL="0" indent="0" algn="l">
              <a:buNone/>
              <a:defRPr sz="1600" b="1"/>
            </a:lvl1pPr>
          </a:lstStyle>
          <a:p>
            <a:pPr lvl="0"/>
            <a:r>
              <a:rPr lang="en-US"/>
              <a:t>Click to insert project title</a:t>
            </a:r>
          </a:p>
        </p:txBody>
      </p:sp>
    </p:spTree>
    <p:extLst>
      <p:ext uri="{BB962C8B-B14F-4D97-AF65-F5344CB8AC3E}">
        <p14:creationId xmlns:p14="http://schemas.microsoft.com/office/powerpoint/2010/main" val="3376123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5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DEB07-8B91-53E5-7D65-DFF7CD674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2D4E0-279B-8071-2DE5-11F34D3F9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A4A68EA-86DC-C800-C470-3ED3982B5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1568" y="6556248"/>
            <a:ext cx="445312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AED0D68-E255-B798-7641-6A4FC4661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16" y="6556248"/>
            <a:ext cx="47548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0E8E832-D5BD-E340-9950-DA7B1292B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9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8CF3-46C3-DF30-1A1D-51E0DC76E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F5491-599D-5811-F86C-41192EDA0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7452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F22C1-2F1B-A1A1-45C3-B4A6A6325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7452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198A85F-0E56-9295-A4C3-F7945B36E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1568" y="6556248"/>
            <a:ext cx="445312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B01EB29-0091-A8A8-275D-CF58192C3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16" y="6556248"/>
            <a:ext cx="47548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0E8E832-D5BD-E340-9950-DA7B1292B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8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6BD4-AE1D-4E3E-B726-13695E27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3D60C4-D3B3-3ED9-7EEF-47507E86B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1568" y="6556248"/>
            <a:ext cx="445312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489CD-39F3-F07C-1C9C-34BCE0C47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16" y="6556248"/>
            <a:ext cx="47548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0E8E832-D5BD-E340-9950-DA7B1292B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500EA-7436-8522-BD92-566B220EE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1568" y="6556248"/>
            <a:ext cx="445312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21492-02B3-1A1E-32E6-B8D5E6491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16" y="6556248"/>
            <a:ext cx="47548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0E8E832-D5BD-E340-9950-DA7B1292B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0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90EF-F161-A5A6-8B9B-E31056974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4640"/>
            <a:ext cx="12192000" cy="1188720"/>
          </a:xfrm>
          <a:solidFill>
            <a:srgbClr val="214E91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2E6A6-AFCF-B54D-A803-D9181C6B36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9F6A0-D860-BD9A-CA99-1A670F40A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8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8814690-C463-992C-7777-964860E38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518" y="4362398"/>
            <a:ext cx="2270960" cy="137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BA695-883B-9891-6D63-3B2DF983FF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3D2DE-58E6-F6A0-1C3D-366AC2AB79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663B2C-419D-66CC-E548-5A9697EE227D}"/>
              </a:ext>
            </a:extLst>
          </p:cNvPr>
          <p:cNvSpPr txBox="1"/>
          <p:nvPr/>
        </p:nvSpPr>
        <p:spPr>
          <a:xfrm>
            <a:off x="838199" y="689540"/>
            <a:ext cx="10515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dirty="0">
                <a:latin typeface="+mj-lt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565B3-A9F0-04D6-79E5-1463623FB738}"/>
              </a:ext>
            </a:extLst>
          </p:cNvPr>
          <p:cNvSpPr txBox="1"/>
          <p:nvPr/>
        </p:nvSpPr>
        <p:spPr>
          <a:xfrm>
            <a:off x="4680353" y="1477679"/>
            <a:ext cx="3018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n-lt"/>
              </a:rPr>
              <a:t>Points of Contact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49F2E-2E67-A1E7-DC42-583D8D31C6DE}"/>
              </a:ext>
            </a:extLst>
          </p:cNvPr>
          <p:cNvSpPr txBox="1"/>
          <p:nvPr/>
        </p:nvSpPr>
        <p:spPr>
          <a:xfrm>
            <a:off x="838199" y="2250222"/>
            <a:ext cx="48570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Mark L. Franz, Ph.D.</a:t>
            </a:r>
          </a:p>
          <a:p>
            <a:pPr algn="ctr"/>
            <a:r>
              <a:rPr lang="en-US" sz="2800" b="0" dirty="0">
                <a:latin typeface="+mn-lt"/>
              </a:rPr>
              <a:t>Lead Transportation Analyst</a:t>
            </a:r>
          </a:p>
          <a:p>
            <a:pPr algn="ctr"/>
            <a:r>
              <a:rPr lang="en-US" sz="2800" b="0" dirty="0">
                <a:solidFill>
                  <a:schemeClr val="tx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mfranz1@umd.edu</a:t>
            </a:r>
            <a:endParaRPr lang="en-US" sz="28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BFB6F-3075-8324-BFDE-D46EEC8DD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6773" y="2250222"/>
            <a:ext cx="4857030" cy="1384995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 dirty="0"/>
              <a:t>Other point of contact</a:t>
            </a:r>
          </a:p>
        </p:txBody>
      </p:sp>
    </p:spTree>
    <p:extLst>
      <p:ext uri="{BB962C8B-B14F-4D97-AF65-F5344CB8AC3E}">
        <p14:creationId xmlns:p14="http://schemas.microsoft.com/office/powerpoint/2010/main" val="322955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6;p24">
            <a:extLst>
              <a:ext uri="{FF2B5EF4-FFF2-40B4-BE49-F238E27FC236}">
                <a16:creationId xmlns:a16="http://schemas.microsoft.com/office/drawing/2014/main" id="{FB1CEDC5-23D2-E19C-DECE-D54F40E3510B}"/>
              </a:ext>
            </a:extLst>
          </p:cNvPr>
          <p:cNvGrpSpPr/>
          <p:nvPr/>
        </p:nvGrpSpPr>
        <p:grpSpPr>
          <a:xfrm rot="10800000">
            <a:off x="7075385" y="6556248"/>
            <a:ext cx="5116615" cy="301752"/>
            <a:chOff x="0" y="0"/>
            <a:chExt cx="4472386" cy="2130950"/>
          </a:xfrm>
          <a:solidFill>
            <a:srgbClr val="214E91"/>
          </a:solidFill>
        </p:grpSpPr>
        <p:sp>
          <p:nvSpPr>
            <p:cNvPr id="11" name="Google Shape;17;p24">
              <a:extLst>
                <a:ext uri="{FF2B5EF4-FFF2-40B4-BE49-F238E27FC236}">
                  <a16:creationId xmlns:a16="http://schemas.microsoft.com/office/drawing/2014/main" id="{F3691650-4283-8ACB-2CE4-BE2AEB32B22D}"/>
                </a:ext>
              </a:extLst>
            </p:cNvPr>
            <p:cNvSpPr/>
            <p:nvPr/>
          </p:nvSpPr>
          <p:spPr>
            <a:xfrm>
              <a:off x="663974" y="0"/>
              <a:ext cx="3808412" cy="2130950"/>
            </a:xfrm>
            <a:prstGeom prst="parallelogram">
              <a:avLst>
                <a:gd name="adj" fmla="val 44667"/>
              </a:avLst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8;p24">
              <a:extLst>
                <a:ext uri="{FF2B5EF4-FFF2-40B4-BE49-F238E27FC236}">
                  <a16:creationId xmlns:a16="http://schemas.microsoft.com/office/drawing/2014/main" id="{39FDEBF8-FF0A-F467-BE34-C6B931F7455E}"/>
                </a:ext>
              </a:extLst>
            </p:cNvPr>
            <p:cNvSpPr/>
            <p:nvPr/>
          </p:nvSpPr>
          <p:spPr>
            <a:xfrm>
              <a:off x="0" y="0"/>
              <a:ext cx="3275012" cy="2130950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251B3-7445-1E94-342E-14EC4A5B1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14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A54A0-655C-0641-9942-CA52BE4EF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745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46C79-53D1-49AF-8070-4BBEA3459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1568" y="6556248"/>
            <a:ext cx="445312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9881E-C387-E372-CAD1-E592EA0F8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16" y="6556248"/>
            <a:ext cx="475488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80E8E832-D5BD-E340-9950-DA7B1292B12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oogle Shape;13;p24">
            <a:extLst>
              <a:ext uri="{FF2B5EF4-FFF2-40B4-BE49-F238E27FC236}">
                <a16:creationId xmlns:a16="http://schemas.microsoft.com/office/drawing/2014/main" id="{1E9CCD8C-68C5-13AA-D116-CD34E0377588}"/>
              </a:ext>
            </a:extLst>
          </p:cNvPr>
          <p:cNvGrpSpPr/>
          <p:nvPr/>
        </p:nvGrpSpPr>
        <p:grpSpPr>
          <a:xfrm>
            <a:off x="1588" y="0"/>
            <a:ext cx="4472386" cy="304800"/>
            <a:chOff x="0" y="0"/>
            <a:chExt cx="4472386" cy="2130950"/>
          </a:xfrm>
          <a:solidFill>
            <a:srgbClr val="214E91"/>
          </a:solidFill>
        </p:grpSpPr>
        <p:sp>
          <p:nvSpPr>
            <p:cNvPr id="8" name="Google Shape;14;p24">
              <a:extLst>
                <a:ext uri="{FF2B5EF4-FFF2-40B4-BE49-F238E27FC236}">
                  <a16:creationId xmlns:a16="http://schemas.microsoft.com/office/drawing/2014/main" id="{F6A0128D-17D8-0016-AFB2-C55E3D2DA156}"/>
                </a:ext>
              </a:extLst>
            </p:cNvPr>
            <p:cNvSpPr/>
            <p:nvPr/>
          </p:nvSpPr>
          <p:spPr>
            <a:xfrm>
              <a:off x="663974" y="0"/>
              <a:ext cx="3808412" cy="2130950"/>
            </a:xfrm>
            <a:prstGeom prst="parallelogram">
              <a:avLst>
                <a:gd name="adj" fmla="val 44667"/>
              </a:avLst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5;p24">
              <a:extLst>
                <a:ext uri="{FF2B5EF4-FFF2-40B4-BE49-F238E27FC236}">
                  <a16:creationId xmlns:a16="http://schemas.microsoft.com/office/drawing/2014/main" id="{85D174EC-04B4-93D3-35E6-2847B86BF1A5}"/>
                </a:ext>
              </a:extLst>
            </p:cNvPr>
            <p:cNvSpPr/>
            <p:nvPr/>
          </p:nvSpPr>
          <p:spPr>
            <a:xfrm>
              <a:off x="0" y="0"/>
              <a:ext cx="3275012" cy="2130950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217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D358-71F7-95A7-DB78-E0C2985085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CMV Inference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1F75E-CC9F-076A-3749-58DDCF10AA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Ian </a:t>
            </a:r>
            <a:r>
              <a:rPr lang="en-US" dirty="0" err="1"/>
              <a:t>Delannes</a:t>
            </a:r>
            <a:r>
              <a:rPr lang="en-US" dirty="0"/>
              <a:t>-Molka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1E5E7-6873-E484-C22C-D54E736C0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01D9E-9731-5881-4279-3EA1CCD554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MSP Dataset</a:t>
            </a:r>
          </a:p>
        </p:txBody>
      </p:sp>
    </p:spTree>
    <p:extLst>
      <p:ext uri="{BB962C8B-B14F-4D97-AF65-F5344CB8AC3E}">
        <p14:creationId xmlns:p14="http://schemas.microsoft.com/office/powerpoint/2010/main" val="1074527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BCC2-59CD-05FE-197B-3D889BADB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97061-FAA7-027D-A49C-83BF0EA8E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roadway exposure (VMT), which roadway, traffic, and speed-related factors are associated with higher CMV crash frequency at the segment level?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E5655-9451-5EF8-E2C3-A926476F6C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46DFF-5446-FCCC-A7B2-464198BF3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6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00D3-B76E-2EE3-BCA5-D25DFB99F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1AFC8-C157-E9F9-70D6-710EF91AE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Crash data</a:t>
            </a:r>
            <a:endParaRPr lang="en-US" dirty="0"/>
          </a:p>
          <a:p>
            <a:r>
              <a:rPr lang="en-US" dirty="0"/>
              <a:t>Police-reported crash records</a:t>
            </a:r>
          </a:p>
          <a:p>
            <a:r>
              <a:rPr lang="en-US" dirty="0"/>
              <a:t>Filtered to CMV-involved crashes</a:t>
            </a:r>
          </a:p>
          <a:p>
            <a:r>
              <a:rPr lang="en-US" dirty="0"/>
              <a:t>Aggregated to roadway segment level</a:t>
            </a:r>
          </a:p>
          <a:p>
            <a:r>
              <a:rPr lang="en-US" b="1" dirty="0"/>
              <a:t>Exposure data</a:t>
            </a:r>
            <a:endParaRPr lang="en-US" dirty="0"/>
          </a:p>
          <a:p>
            <a:r>
              <a:rPr lang="en-US" dirty="0"/>
              <a:t>Vehicle Miles Traveled (VMT) per segment</a:t>
            </a:r>
          </a:p>
          <a:p>
            <a:r>
              <a:rPr lang="en-US" dirty="0"/>
              <a:t>Used as log-offset to normalize crash counts</a:t>
            </a:r>
          </a:p>
          <a:p>
            <a:r>
              <a:rPr lang="en-US" b="1" dirty="0"/>
              <a:t>Speed data</a:t>
            </a:r>
            <a:endParaRPr lang="en-US" dirty="0"/>
          </a:p>
          <a:p>
            <a:r>
              <a:rPr lang="en-US" dirty="0"/>
              <a:t>Probe speed readings (15 minutes before crash)</a:t>
            </a:r>
          </a:p>
          <a:p>
            <a:r>
              <a:rPr lang="en-US" dirty="0"/>
              <a:t>Matched by segment and time window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ED856-014C-A72A-6327-C0E0F3909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7DCE7-827E-A463-BBF1-0BEF3ADE8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6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DD94-42E8-8EE4-DE96-01731B75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A280-CF1A-7766-82E5-68E38DBC4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Key EDA findings:</a:t>
            </a:r>
          </a:p>
          <a:p>
            <a:r>
              <a:rPr lang="en-US" dirty="0"/>
              <a:t>CMV identification column not 100% accurate-CMV inference required</a:t>
            </a:r>
          </a:p>
          <a:p>
            <a:r>
              <a:rPr lang="en-US" dirty="0"/>
              <a:t>CMV crashes are highly skewed across segments</a:t>
            </a:r>
          </a:p>
          <a:p>
            <a:r>
              <a:rPr lang="en-US" dirty="0"/>
              <a:t>Many segments have 0–1 crashes</a:t>
            </a:r>
          </a:p>
          <a:p>
            <a:r>
              <a:rPr lang="en-US" dirty="0"/>
              <a:t>Crash variance far exceeds the mean</a:t>
            </a:r>
          </a:p>
          <a:p>
            <a:r>
              <a:rPr lang="en-US" dirty="0"/>
              <a:t>Strong differences by:</a:t>
            </a:r>
          </a:p>
          <a:p>
            <a:pPr lvl="1"/>
            <a:r>
              <a:rPr lang="en-US" dirty="0"/>
              <a:t>Road alignment</a:t>
            </a:r>
          </a:p>
          <a:p>
            <a:pPr lvl="1"/>
            <a:r>
              <a:rPr lang="en-US" dirty="0"/>
              <a:t>Traffic control</a:t>
            </a:r>
          </a:p>
          <a:p>
            <a:pPr lvl="1"/>
            <a:r>
              <a:rPr lang="en-US" dirty="0"/>
              <a:t>Weather / surface condition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03CB8-6C6D-2F1A-0B1E-E24791831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6F0A6-EB49-3ADB-5451-50A240053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7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6AEB-7F33-EF7C-DCCB-FA8840CAF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EE398-C620-C7E2-0CFC-3A2F883FC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Exposure</a:t>
            </a:r>
          </a:p>
          <a:p>
            <a:r>
              <a:rPr lang="en-US" dirty="0"/>
              <a:t>log(VMT) → offset term </a:t>
            </a:r>
          </a:p>
          <a:p>
            <a:r>
              <a:rPr lang="en-US" dirty="0"/>
              <a:t>Roadway geometry</a:t>
            </a:r>
          </a:p>
          <a:p>
            <a:r>
              <a:rPr lang="en-US" dirty="0"/>
              <a:t>Speed limit</a:t>
            </a:r>
          </a:p>
          <a:p>
            <a:r>
              <a:rPr lang="en-US" dirty="0"/>
              <a:t>Number of lanes</a:t>
            </a:r>
          </a:p>
          <a:p>
            <a:r>
              <a:rPr lang="en-US" dirty="0"/>
              <a:t>Road alignment</a:t>
            </a:r>
          </a:p>
          <a:p>
            <a:r>
              <a:rPr lang="en-US" dirty="0"/>
              <a:t>Road grade</a:t>
            </a:r>
          </a:p>
          <a:p>
            <a:r>
              <a:rPr lang="en-US" dirty="0"/>
              <a:t>Traffic environment</a:t>
            </a:r>
          </a:p>
          <a:p>
            <a:r>
              <a:rPr lang="en-US" dirty="0"/>
              <a:t>Traffic control</a:t>
            </a:r>
          </a:p>
          <a:p>
            <a:r>
              <a:rPr lang="en-US" dirty="0"/>
              <a:t>Intersection type</a:t>
            </a:r>
          </a:p>
          <a:p>
            <a:r>
              <a:rPr lang="en-US" dirty="0"/>
              <a:t>Lighting</a:t>
            </a:r>
          </a:p>
          <a:p>
            <a:r>
              <a:rPr lang="en-US" dirty="0"/>
              <a:t>Road condition</a:t>
            </a:r>
          </a:p>
          <a:p>
            <a:r>
              <a:rPr lang="en-US" dirty="0"/>
              <a:t>Surface condition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4E158-6A72-7BA3-E1DD-F0F6FB941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977E8-CEEB-24BF-08EE-FA4AF7D0E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07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8349-16E6-AD26-8B78-410CF040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Engineered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0DD4-B733-2A66-19DB-8FACB8A38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Speed-based (pre-crash only):</a:t>
            </a:r>
            <a:endParaRPr lang="en-US" dirty="0"/>
          </a:p>
          <a:p>
            <a:r>
              <a:rPr lang="en-US" dirty="0" err="1"/>
              <a:t>speed_diff_before</a:t>
            </a:r>
            <a:br>
              <a:rPr lang="en-US" dirty="0"/>
            </a:br>
            <a:r>
              <a:rPr lang="en-US" i="1" dirty="0"/>
              <a:t>(speed 15 min before crash − speed limit)</a:t>
            </a:r>
            <a:endParaRPr lang="en-US" dirty="0"/>
          </a:p>
          <a:p>
            <a:r>
              <a:rPr lang="en-US" dirty="0" err="1"/>
              <a:t>abs_delta_before_to_at</a:t>
            </a:r>
            <a:br>
              <a:rPr lang="en-US" dirty="0"/>
            </a:br>
            <a:r>
              <a:rPr lang="en-US" i="1" dirty="0"/>
              <a:t>(speed instability approaching crash)</a:t>
            </a:r>
            <a:endParaRPr lang="en-US" dirty="0"/>
          </a:p>
          <a:p>
            <a:r>
              <a:rPr lang="en-US" b="1" dirty="0"/>
              <a:t>Data availability control:</a:t>
            </a:r>
            <a:endParaRPr lang="en-US" dirty="0"/>
          </a:p>
          <a:p>
            <a:r>
              <a:rPr lang="en-US" dirty="0" err="1"/>
              <a:t>pct_speed_pair</a:t>
            </a:r>
            <a:br>
              <a:rPr lang="en-US" dirty="0"/>
            </a:br>
            <a:r>
              <a:rPr lang="en-US" i="1" dirty="0"/>
              <a:t>(share of crashes with valid speed data)</a:t>
            </a:r>
            <a:endParaRPr lang="en-US" dirty="0"/>
          </a:p>
          <a:p>
            <a:r>
              <a:rPr lang="en-US" b="1" dirty="0"/>
              <a:t>Weather simplification:</a:t>
            </a:r>
            <a:endParaRPr lang="en-US" dirty="0"/>
          </a:p>
          <a:p>
            <a:r>
              <a:rPr lang="en-US" dirty="0" err="1"/>
              <a:t>precip_flag</a:t>
            </a:r>
            <a:br>
              <a:rPr lang="en-US" dirty="0"/>
            </a:br>
            <a:r>
              <a:rPr lang="en-US" i="1" dirty="0"/>
              <a:t>(rain/snow/hail etc. collapsed into one indicator)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377B2-8A04-F343-9C54-3E732FE3E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E2205-F598-0FFD-A333-D773F7AAE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44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D693-2C66-7F6D-04F1-981390A8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Multicollinearity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DF0BE-C920-963C-745D-F1C1DE7B4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Method:</a:t>
            </a:r>
            <a:endParaRPr lang="en-US" dirty="0"/>
          </a:p>
          <a:p>
            <a:r>
              <a:rPr lang="en-US" dirty="0"/>
              <a:t>Variance Inflation Factor (VIF)</a:t>
            </a:r>
          </a:p>
          <a:p>
            <a:r>
              <a:rPr lang="en-US" b="1" dirty="0"/>
              <a:t>Results:</a:t>
            </a:r>
            <a:endParaRPr lang="en-US" dirty="0"/>
          </a:p>
          <a:p>
            <a:r>
              <a:rPr lang="en-US" dirty="0"/>
              <a:t>All numeric predictors have </a:t>
            </a:r>
            <a:r>
              <a:rPr lang="en-US" b="1" dirty="0"/>
              <a:t>VIF &lt;2</a:t>
            </a:r>
            <a:endParaRPr lang="en-US" dirty="0"/>
          </a:p>
          <a:p>
            <a:r>
              <a:rPr lang="en-US" dirty="0"/>
              <a:t>No concerning multicollinearity</a:t>
            </a:r>
          </a:p>
          <a:p>
            <a:r>
              <a:rPr lang="en-US" b="1" dirty="0"/>
              <a:t>Conclusion:</a:t>
            </a:r>
            <a:endParaRPr lang="en-US" dirty="0"/>
          </a:p>
          <a:p>
            <a:r>
              <a:rPr lang="en-US" dirty="0"/>
              <a:t>Coefficients are stable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1ED8C-E179-038F-A161-2C6AF6D6F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A8276-078D-37F3-F95B-C1ACF8941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2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8BBF-2D76-FF58-626B-99A8EE8F3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Considered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5209D-32B1-8413-3E5B-8288A413A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3D915-5872-12B6-E3D9-FB02BE8BC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018B16-63AF-841F-82BE-0FA1A4950D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8982" y="2059508"/>
            <a:ext cx="454804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Negative Binomial regression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Poisson Regression (assumption not met)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 (situationally incorrect)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697A9-D9F7-4E21-1EBF-8FF919C4C199}"/>
              </a:ext>
            </a:extLst>
          </p:cNvPr>
          <p:cNvSpPr txBox="1"/>
          <p:nvPr/>
        </p:nvSpPr>
        <p:spPr>
          <a:xfrm>
            <a:off x="5568696" y="1821612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Negative Binomial allows: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Variance &gt; 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Unobserved heterogeneity across segments</a:t>
            </a:r>
          </a:p>
          <a:p>
            <a:pPr>
              <a:buNone/>
            </a:pPr>
            <a:r>
              <a:rPr lang="en-US" b="1" dirty="0"/>
              <a:t>Model comparison: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Poisson AIC: </a:t>
            </a:r>
            <a:r>
              <a:rPr lang="en-US" b="1" dirty="0"/>
              <a:t>86,814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NB AIC: </a:t>
            </a:r>
            <a:r>
              <a:rPr lang="en-US" b="1" dirty="0"/>
              <a:t>62,779</a:t>
            </a:r>
            <a:r>
              <a:rPr lang="en-US" dirty="0"/>
              <a:t> 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NB log-likelihood much higher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6A00F30-4015-0B5D-DDC7-8BC847497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948121"/>
              </p:ext>
            </p:extLst>
          </p:nvPr>
        </p:nvGraphicFramePr>
        <p:xfrm>
          <a:off x="609600" y="3867626"/>
          <a:ext cx="11360151" cy="2286000"/>
        </p:xfrm>
        <a:graphic>
          <a:graphicData uri="http://schemas.openxmlformats.org/drawingml/2006/table">
            <a:tbl>
              <a:tblPr/>
              <a:tblGrid>
                <a:gridCol w="3786717">
                  <a:extLst>
                    <a:ext uri="{9D8B030D-6E8A-4147-A177-3AD203B41FA5}">
                      <a16:colId xmlns:a16="http://schemas.microsoft.com/office/drawing/2014/main" val="3955897756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1849367756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2020231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Assumption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Met?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Evidence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877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Count 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CMV_Count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425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Overdispersion allowed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549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Independent segments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Spatial aggregation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747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Correct exposure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log(VMT) offset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934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Multicollinearity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VIF &lt;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689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601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06BC-3943-44D6-0953-9081BAC2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89E7A-38B8-2C52-C321-D9876D143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Key factors associated with higher CMV crash risk (holding exposure constant):</a:t>
            </a:r>
            <a:endParaRPr lang="en-US" dirty="0"/>
          </a:p>
          <a:p>
            <a:r>
              <a:rPr lang="en-US" b="1" dirty="0"/>
              <a:t>Precipitation increases CMV crash rates by ~46%</a:t>
            </a:r>
            <a:br>
              <a:rPr lang="en-US" dirty="0"/>
            </a:br>
            <a:r>
              <a:rPr lang="en-US" i="1" dirty="0"/>
              <a:t>(Rain/snow significantly elevate crash risk for commercial vehicles)</a:t>
            </a:r>
            <a:endParaRPr lang="en-US" dirty="0"/>
          </a:p>
          <a:p>
            <a:r>
              <a:rPr lang="en-US" b="1" dirty="0"/>
              <a:t>Speed instability before crashes matters</a:t>
            </a:r>
            <a:endParaRPr lang="en-US" dirty="0"/>
          </a:p>
          <a:p>
            <a:pPr lvl="1"/>
            <a:r>
              <a:rPr lang="en-US" dirty="0"/>
              <a:t>Greater changes in speed leading up to a crash are associated with higher crash frequency</a:t>
            </a:r>
          </a:p>
          <a:p>
            <a:pPr lvl="1"/>
            <a:r>
              <a:rPr lang="en-US" dirty="0"/>
              <a:t>Suggests congestion, shockwaves, or inconsistent flow increase CMV risk</a:t>
            </a:r>
          </a:p>
          <a:p>
            <a:r>
              <a:rPr lang="en-US" b="1" dirty="0"/>
              <a:t>Traffic control environments elevate crash risk</a:t>
            </a:r>
            <a:endParaRPr lang="en-US" dirty="0"/>
          </a:p>
          <a:p>
            <a:pPr lvl="1"/>
            <a:r>
              <a:rPr lang="en-US" dirty="0"/>
              <a:t>Signals, stop controls, and complex intersections show higher crash rates</a:t>
            </a:r>
          </a:p>
          <a:p>
            <a:pPr lvl="1"/>
            <a:r>
              <a:rPr lang="en-US" dirty="0"/>
              <a:t>Likely due to increased conflict points and stopping demands for large vehicles</a:t>
            </a:r>
          </a:p>
          <a:p>
            <a:r>
              <a:rPr lang="en-US" b="1" dirty="0"/>
              <a:t>Roadway geometry plays a major role</a:t>
            </a:r>
            <a:endParaRPr lang="en-US" dirty="0"/>
          </a:p>
          <a:p>
            <a:pPr lvl="1"/>
            <a:r>
              <a:rPr lang="en-US" dirty="0"/>
              <a:t>Straighter, higher-speed facilities tend to have </a:t>
            </a:r>
            <a:r>
              <a:rPr lang="en-US" b="1" dirty="0"/>
              <a:t>lower CMV crash rates</a:t>
            </a:r>
            <a:endParaRPr lang="en-US" dirty="0"/>
          </a:p>
          <a:p>
            <a:pPr lvl="1"/>
            <a:r>
              <a:rPr lang="en-US" dirty="0"/>
              <a:t>Curves and alignment changes increase risk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349EB-CF88-56B7-A634-8C934B4A2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F3E5F-3764-462E-DA90-A0B60718D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8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3951-93C7-FA24-4E77-9710EA30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0s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CB0C8-B141-85CC-1A89-AA32E1306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dirty="0"/>
              <a:t>Zero-Count Assessment</a:t>
            </a:r>
            <a:endParaRPr lang="en-US" dirty="0"/>
          </a:p>
          <a:p>
            <a:r>
              <a:rPr lang="en-US" dirty="0"/>
              <a:t>Aggregated dataset contains </a:t>
            </a:r>
            <a:r>
              <a:rPr lang="en-US" b="1" dirty="0"/>
              <a:t>0% zero-crash segments</a:t>
            </a:r>
            <a:endParaRPr lang="en-US" dirty="0"/>
          </a:p>
          <a:p>
            <a:r>
              <a:rPr lang="en-US" dirty="0"/>
              <a:t>All segments in the analysis experienced ≥1 CMV crash</a:t>
            </a:r>
          </a:p>
          <a:p>
            <a:r>
              <a:rPr lang="en-US" b="1" dirty="0"/>
              <a:t>Zero-inflated models (ZIP/ZINB) are not testable</a:t>
            </a:r>
            <a:r>
              <a:rPr lang="en-US" dirty="0"/>
              <a:t> without a full segment exposure universe</a:t>
            </a:r>
          </a:p>
          <a:p>
            <a:r>
              <a:rPr lang="en-US" b="1" dirty="0"/>
              <a:t>Overdispersion Check</a:t>
            </a:r>
            <a:endParaRPr lang="en-US" dirty="0"/>
          </a:p>
          <a:p>
            <a:r>
              <a:rPr lang="en-US" dirty="0"/>
              <a:t>Poisson assumption violated: </a:t>
            </a:r>
            <a:r>
              <a:rPr lang="en-US" b="1" dirty="0"/>
              <a:t>Pearson </a:t>
            </a:r>
            <a:r>
              <a:rPr lang="el-GR" b="1" dirty="0"/>
              <a:t>χ² / </a:t>
            </a:r>
            <a:r>
              <a:rPr lang="en-US" b="1" dirty="0" err="1"/>
              <a:t>df</a:t>
            </a:r>
            <a:r>
              <a:rPr lang="en-US" b="1" dirty="0"/>
              <a:t> ≈ 24.6</a:t>
            </a:r>
            <a:endParaRPr lang="en-US" dirty="0"/>
          </a:p>
          <a:p>
            <a:r>
              <a:rPr lang="en-US" dirty="0"/>
              <a:t>Indicates crash variance far exceeds mean → Poisson inappropriate</a:t>
            </a:r>
          </a:p>
          <a:p>
            <a:r>
              <a:rPr lang="en-US" b="1" dirty="0"/>
              <a:t>Model Comparison</a:t>
            </a:r>
            <a:endParaRPr lang="en-US" dirty="0"/>
          </a:p>
          <a:p>
            <a:r>
              <a:rPr lang="en-US" b="1" dirty="0"/>
              <a:t>Negative Binomial GLM strongly preferred</a:t>
            </a:r>
            <a:endParaRPr lang="en-US" dirty="0"/>
          </a:p>
          <a:p>
            <a:pPr lvl="1"/>
            <a:r>
              <a:rPr lang="en-US" dirty="0"/>
              <a:t>AIC reduced by ~24,000 vs Poisson</a:t>
            </a:r>
          </a:p>
          <a:p>
            <a:r>
              <a:rPr lang="en-US" dirty="0"/>
              <a:t>Piecewise (threshold) speed model </a:t>
            </a:r>
            <a:r>
              <a:rPr lang="en-US" b="1" dirty="0"/>
              <a:t>did not improve fit</a:t>
            </a:r>
            <a:endParaRPr lang="en-US" dirty="0"/>
          </a:p>
          <a:p>
            <a:r>
              <a:rPr lang="en-US" dirty="0"/>
              <a:t>Nonlinear (spline) speed model </a:t>
            </a:r>
            <a:r>
              <a:rPr lang="en-US" b="1" dirty="0"/>
              <a:t>improved fit</a:t>
            </a:r>
            <a:r>
              <a:rPr lang="en-US" dirty="0"/>
              <a:t> (</a:t>
            </a:r>
            <a:r>
              <a:rPr lang="el-GR" dirty="0"/>
              <a:t>Δ</a:t>
            </a:r>
            <a:r>
              <a:rPr lang="en-US" dirty="0"/>
              <a:t>AIC ≈ 30)</a:t>
            </a:r>
          </a:p>
          <a:p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Overdispersion—not excess zeros—drives model choice</a:t>
            </a:r>
          </a:p>
          <a:p>
            <a:r>
              <a:rPr lang="en-US" dirty="0"/>
              <a:t>Negative Binomial is the correct base model</a:t>
            </a:r>
          </a:p>
          <a:p>
            <a:r>
              <a:rPr lang="en-US"/>
              <a:t>Zero-inflation is unnecessary </a:t>
            </a:r>
            <a:r>
              <a:rPr lang="en-US" i="1"/>
              <a:t>for this dataset</a:t>
            </a:r>
            <a:r>
              <a:rPr lang="en-US"/>
              <a:t>, but could be revisited if zero-crash segments are added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AA71C-8ADA-245A-E8CA-5857D6547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81C41-C609-9E85-AC6F-D8BA395AF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0E8E832-D5BD-E340-9950-DA7B1292B1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27961"/>
      </p:ext>
    </p:extLst>
  </p:cSld>
  <p:clrMapOvr>
    <a:masterClrMapping/>
  </p:clrMapOvr>
</p:sld>
</file>

<file path=ppt/theme/theme1.xml><?xml version="1.0" encoding="utf-8"?>
<a:theme xmlns:a="http://schemas.openxmlformats.org/drawingml/2006/main" name="ds-presentation-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s-presentation-theme" id="{2436A415-5041-3C4E-96A1-96F6640F354D}" vid="{448ED3EF-3D82-D549-A3BE-1581CEA05F2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ds-presentation-theme (1)</Template>
  <TotalTime>5788</TotalTime>
  <Words>604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ds-presentation-theme</vt:lpstr>
      <vt:lpstr>CMV Inference Model</vt:lpstr>
      <vt:lpstr>Research Question</vt:lpstr>
      <vt:lpstr>Data Sources</vt:lpstr>
      <vt:lpstr>EDA</vt:lpstr>
      <vt:lpstr>Variables Used</vt:lpstr>
      <vt:lpstr>Engineered Variables</vt:lpstr>
      <vt:lpstr>Multicollinearity Check</vt:lpstr>
      <vt:lpstr>Models Considered</vt:lpstr>
      <vt:lpstr>Important Findings</vt:lpstr>
      <vt:lpstr>0s Prediction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Molka</dc:creator>
  <cp:lastModifiedBy>Ian Molka</cp:lastModifiedBy>
  <cp:revision>3</cp:revision>
  <dcterms:created xsi:type="dcterms:W3CDTF">2025-06-09T13:24:47Z</dcterms:created>
  <dcterms:modified xsi:type="dcterms:W3CDTF">2025-12-17T19:16:19Z</dcterms:modified>
</cp:coreProperties>
</file>